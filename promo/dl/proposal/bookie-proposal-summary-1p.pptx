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2"/>
  </p:sldIdLst>
  <p:notesMasterIdLst>
    <p:notesMasterId r:id="rId3"/>
  </p:notesMasterIdLst>
  <p:sldSz cx="7555992" cy="10692384"/>
  <p:notesSz cx="10692384" cy="7555992"/>
  <p:embeddedFontLst>
    <p:embeddedFont>
      <p:font typeface="BKP2Black" pitchFamily="2" charset="1"/>
      <p:regular r:id="rIdCopyeditFont1"/>
    </p:embeddedFont>
    <p:embeddedFont>
      <p:font typeface="BKP2Bold" pitchFamily="2" charset="1"/>
      <p:regular r:id="rIdCopyeditFont2"/>
    </p:embeddedFont>
    <p:embeddedFont>
      <p:font typeface="BKP2ExtraBold" pitchFamily="2" charset="1"/>
      <p:regular r:id="rIdCopyeditFont3"/>
    </p:embeddedFont>
    <p:embeddedFont>
      <p:font typeface="BKP2Medium" pitchFamily="2" charset="1"/>
      <p:regular r:id="rIdCopyeditFont4"/>
    </p:embeddedFont>
    <p:embeddedFont>
      <p:font typeface="BKP2Regular" pitchFamily="2" charset="1"/>
      <p:regular r:id="rIdCopyeditFont5"/>
    </p:embeddedFont>
    <p:embeddedFont>
      <p:font typeface="BKP2SemiBold" pitchFamily="2" charset="1"/>
      <p:regular r:id="rIdCopyeditFont6"/>
    </p:embeddedFont>
    <p:embeddedFont>
      <p:font typeface="BKSerifBlack" pitchFamily="2" charset="1"/>
      <p:regular r:id="rIdCopyeditFont7"/>
    </p:embeddedFont>
    <p:embeddedFont>
      <p:font typeface="BKSerifBold" pitchFamily="2" charset="1"/>
      <p:regular r:id="rIdCopyeditFont8"/>
    </p:embeddedFont>
    <p:embeddedFont>
      <p:font typeface="BKSerifRegular" pitchFamily="2" charset="1"/>
      <p:regular r:id="rIdCopyeditFont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CopyeditFont1" Type="http://schemas.openxmlformats.org/officeDocument/2006/relationships/font" Target="fonts/copyedit-font1.fntdata"/><Relationship Id="rIdCopyeditFont2" Type="http://schemas.openxmlformats.org/officeDocument/2006/relationships/font" Target="fonts/copyedit-font2.fntdata"/><Relationship Id="rIdCopyeditFont3" Type="http://schemas.openxmlformats.org/officeDocument/2006/relationships/font" Target="fonts/copyedit-font3.fntdata"/><Relationship Id="rIdCopyeditFont4" Type="http://schemas.openxmlformats.org/officeDocument/2006/relationships/font" Target="fonts/copyedit-font4.fntdata"/><Relationship Id="rIdCopyeditFont5" Type="http://schemas.openxmlformats.org/officeDocument/2006/relationships/font" Target="fonts/copyedit-font5.fntdata"/><Relationship Id="rIdCopyeditFont6" Type="http://schemas.openxmlformats.org/officeDocument/2006/relationships/font" Target="fonts/copyedit-font6.fntdata"/><Relationship Id="rIdCopyeditFont7" Type="http://schemas.openxmlformats.org/officeDocument/2006/relationships/font" Target="fonts/copyedit-font7.fntdata"/><Relationship Id="rIdCopyeditFont8" Type="http://schemas.openxmlformats.org/officeDocument/2006/relationships/font" Target="fonts/copyedit-font8.fntdata"/><Relationship Id="rIdCopyeditFont9" Type="http://schemas.openxmlformats.org/officeDocument/2006/relationships/font" Target="fonts/copyedit-font9.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A"/>
        </a:solidFill>
      </p:bgPr>
    </p:bg>
    <p:spTree>
      <p:nvGrpSpPr>
        <p:cNvPr id="1" name=""/>
        <p:cNvGrpSpPr/>
        <p:nvPr/>
      </p:nvGrpSpPr>
      <p:grpSpPr>
        <a:xfrm>
          <a:off x="0" y="0"/>
          <a:ext cx="0" cy="0"/>
          <a:chOff x="0" y="0"/>
          <a:chExt cx="0" cy="0"/>
        </a:xfrm>
      </p:grpSpPr>
      <p:sp>
        <p:nvSpPr>
          <p:cNvPr id="2" name="Shape 0"/>
          <p:cNvSpPr/>
          <p:nvPr/>
        </p:nvSpPr>
        <p:spPr>
          <a:xfrm>
            <a:off x="0" y="0"/>
            <a:ext cx="7562850" cy="1790700"/>
          </a:xfrm>
          <a:prstGeom prst="rect">
            <a:avLst/>
          </a:prstGeom>
          <a:solidFill>
            <a:srgbClr val="1D3A2A"/>
          </a:solidFill>
          <a:ln/>
        </p:spPr>
      </p:sp>
      <p:sp>
        <p:nvSpPr>
          <p:cNvPr id="3" name="Shape 1"/>
          <p:cNvSpPr/>
          <p:nvPr/>
        </p:nvSpPr>
        <p:spPr>
          <a:xfrm>
            <a:off x="6281674" y="671576"/>
            <a:ext cx="866775" cy="876300"/>
          </a:xfrm>
          <a:custGeom>
            <a:avLst/>
            <a:gdLst/>
            <a:ahLst/>
            <a:cxnLst/>
            <a:rect l="l" t="t" r="r" b="b"/>
            <a:pathLst>
              <a:path w="866775" h="876300">
                <a:moveTo>
                  <a:pt x="0" y="442913"/>
                </a:moveTo>
                <a:lnTo>
                  <a:pt x="0" y="433388"/>
                </a:lnTo>
                <a:cubicBezTo>
                  <a:pt x="0" y="419189"/>
                  <a:pt x="699" y="405028"/>
                  <a:pt x="2083" y="390906"/>
                </a:cubicBezTo>
                <a:cubicBezTo>
                  <a:pt x="3480" y="376784"/>
                  <a:pt x="5563" y="362763"/>
                  <a:pt x="8331" y="348844"/>
                </a:cubicBezTo>
                <a:cubicBezTo>
                  <a:pt x="11100" y="334912"/>
                  <a:pt x="14542" y="321170"/>
                  <a:pt x="18656" y="307581"/>
                </a:cubicBezTo>
                <a:cubicBezTo>
                  <a:pt x="22784" y="294005"/>
                  <a:pt x="27559" y="280645"/>
                  <a:pt x="32995" y="267538"/>
                </a:cubicBezTo>
                <a:cubicBezTo>
                  <a:pt x="38418" y="254419"/>
                  <a:pt x="44488" y="241605"/>
                  <a:pt x="51168" y="229095"/>
                </a:cubicBezTo>
                <a:cubicBezTo>
                  <a:pt x="57861" y="216573"/>
                  <a:pt x="65151" y="204406"/>
                  <a:pt x="73038" y="192608"/>
                </a:cubicBezTo>
                <a:cubicBezTo>
                  <a:pt x="80924" y="180810"/>
                  <a:pt x="89370" y="169418"/>
                  <a:pt x="98374" y="158445"/>
                </a:cubicBezTo>
                <a:cubicBezTo>
                  <a:pt x="107379" y="147472"/>
                  <a:pt x="116904" y="136970"/>
                  <a:pt x="126937" y="126937"/>
                </a:cubicBezTo>
                <a:cubicBezTo>
                  <a:pt x="136970" y="116904"/>
                  <a:pt x="147472" y="107379"/>
                  <a:pt x="158445" y="98374"/>
                </a:cubicBezTo>
                <a:cubicBezTo>
                  <a:pt x="169418" y="89370"/>
                  <a:pt x="180810" y="80924"/>
                  <a:pt x="192608" y="73038"/>
                </a:cubicBezTo>
                <a:cubicBezTo>
                  <a:pt x="204406" y="65151"/>
                  <a:pt x="216573" y="57861"/>
                  <a:pt x="229095" y="51168"/>
                </a:cubicBezTo>
                <a:cubicBezTo>
                  <a:pt x="241605" y="44488"/>
                  <a:pt x="254419" y="38418"/>
                  <a:pt x="267538" y="32995"/>
                </a:cubicBezTo>
                <a:cubicBezTo>
                  <a:pt x="280645" y="27559"/>
                  <a:pt x="294005" y="22784"/>
                  <a:pt x="307581" y="18656"/>
                </a:cubicBezTo>
                <a:cubicBezTo>
                  <a:pt x="321170" y="14542"/>
                  <a:pt x="334912" y="11100"/>
                  <a:pt x="348831" y="8331"/>
                </a:cubicBezTo>
                <a:cubicBezTo>
                  <a:pt x="362763" y="5563"/>
                  <a:pt x="376784" y="3480"/>
                  <a:pt x="390906" y="2083"/>
                </a:cubicBezTo>
                <a:cubicBezTo>
                  <a:pt x="405028" y="699"/>
                  <a:pt x="419189" y="0"/>
                  <a:pt x="433388" y="0"/>
                </a:cubicBezTo>
                <a:cubicBezTo>
                  <a:pt x="447586" y="0"/>
                  <a:pt x="461747" y="699"/>
                  <a:pt x="475869" y="2083"/>
                </a:cubicBezTo>
                <a:cubicBezTo>
                  <a:pt x="489991" y="3480"/>
                  <a:pt x="504012" y="5563"/>
                  <a:pt x="517931" y="8331"/>
                </a:cubicBezTo>
                <a:cubicBezTo>
                  <a:pt x="531863" y="11100"/>
                  <a:pt x="545605" y="14542"/>
                  <a:pt x="559194" y="18656"/>
                </a:cubicBezTo>
                <a:cubicBezTo>
                  <a:pt x="572770" y="22784"/>
                  <a:pt x="586118" y="27559"/>
                  <a:pt x="599237" y="32995"/>
                </a:cubicBezTo>
                <a:cubicBezTo>
                  <a:pt x="612356" y="38418"/>
                  <a:pt x="625170" y="44488"/>
                  <a:pt x="637680" y="51168"/>
                </a:cubicBezTo>
                <a:cubicBezTo>
                  <a:pt x="650202" y="57861"/>
                  <a:pt x="662369" y="65151"/>
                  <a:pt x="674167" y="73038"/>
                </a:cubicBezTo>
                <a:cubicBezTo>
                  <a:pt x="685965" y="80924"/>
                  <a:pt x="697357" y="89370"/>
                  <a:pt x="708330" y="98374"/>
                </a:cubicBezTo>
                <a:cubicBezTo>
                  <a:pt x="719303" y="107379"/>
                  <a:pt x="729806" y="116904"/>
                  <a:pt x="739839" y="126937"/>
                </a:cubicBezTo>
                <a:cubicBezTo>
                  <a:pt x="749872" y="136970"/>
                  <a:pt x="759397" y="147472"/>
                  <a:pt x="768401" y="158445"/>
                </a:cubicBezTo>
                <a:cubicBezTo>
                  <a:pt x="777405" y="169418"/>
                  <a:pt x="785851" y="180810"/>
                  <a:pt x="793737" y="192608"/>
                </a:cubicBezTo>
                <a:cubicBezTo>
                  <a:pt x="801624" y="204406"/>
                  <a:pt x="808914" y="216573"/>
                  <a:pt x="815607" y="229095"/>
                </a:cubicBezTo>
                <a:cubicBezTo>
                  <a:pt x="822287" y="241605"/>
                  <a:pt x="828358" y="254419"/>
                  <a:pt x="833780" y="267538"/>
                </a:cubicBezTo>
                <a:cubicBezTo>
                  <a:pt x="839216" y="280645"/>
                  <a:pt x="843991" y="294005"/>
                  <a:pt x="848119" y="307581"/>
                </a:cubicBezTo>
                <a:cubicBezTo>
                  <a:pt x="852234" y="321170"/>
                  <a:pt x="855675" y="334912"/>
                  <a:pt x="858444" y="348844"/>
                </a:cubicBezTo>
                <a:cubicBezTo>
                  <a:pt x="861212" y="362763"/>
                  <a:pt x="863295" y="376784"/>
                  <a:pt x="864692" y="390906"/>
                </a:cubicBezTo>
                <a:cubicBezTo>
                  <a:pt x="866077" y="405028"/>
                  <a:pt x="866775" y="419189"/>
                  <a:pt x="866775" y="433388"/>
                </a:cubicBezTo>
                <a:lnTo>
                  <a:pt x="866775" y="442913"/>
                </a:lnTo>
                <a:cubicBezTo>
                  <a:pt x="866775" y="457111"/>
                  <a:pt x="866077" y="471272"/>
                  <a:pt x="864692" y="485394"/>
                </a:cubicBezTo>
                <a:cubicBezTo>
                  <a:pt x="863295" y="499516"/>
                  <a:pt x="861212" y="513537"/>
                  <a:pt x="858444" y="527456"/>
                </a:cubicBezTo>
                <a:cubicBezTo>
                  <a:pt x="855675" y="541388"/>
                  <a:pt x="852234" y="555130"/>
                  <a:pt x="848119" y="568719"/>
                </a:cubicBezTo>
                <a:cubicBezTo>
                  <a:pt x="843991" y="582295"/>
                  <a:pt x="839216" y="595643"/>
                  <a:pt x="833780" y="608762"/>
                </a:cubicBezTo>
                <a:cubicBezTo>
                  <a:pt x="828358" y="621881"/>
                  <a:pt x="822287" y="634695"/>
                  <a:pt x="815607" y="647205"/>
                </a:cubicBezTo>
                <a:cubicBezTo>
                  <a:pt x="808914" y="659727"/>
                  <a:pt x="801624" y="671894"/>
                  <a:pt x="793737" y="683692"/>
                </a:cubicBezTo>
                <a:cubicBezTo>
                  <a:pt x="785851" y="695490"/>
                  <a:pt x="777405" y="706882"/>
                  <a:pt x="768401" y="717855"/>
                </a:cubicBezTo>
                <a:cubicBezTo>
                  <a:pt x="759397" y="728828"/>
                  <a:pt x="749872" y="739331"/>
                  <a:pt x="739839" y="749364"/>
                </a:cubicBezTo>
                <a:cubicBezTo>
                  <a:pt x="729806" y="759397"/>
                  <a:pt x="719303" y="768922"/>
                  <a:pt x="708330" y="777926"/>
                </a:cubicBezTo>
                <a:cubicBezTo>
                  <a:pt x="697357" y="786930"/>
                  <a:pt x="685965" y="795376"/>
                  <a:pt x="674167" y="803262"/>
                </a:cubicBezTo>
                <a:cubicBezTo>
                  <a:pt x="662369" y="811149"/>
                  <a:pt x="650202" y="818439"/>
                  <a:pt x="637680" y="825132"/>
                </a:cubicBezTo>
                <a:cubicBezTo>
                  <a:pt x="625170" y="831812"/>
                  <a:pt x="612356" y="837882"/>
                  <a:pt x="599237" y="843305"/>
                </a:cubicBezTo>
                <a:cubicBezTo>
                  <a:pt x="586118" y="848741"/>
                  <a:pt x="572770" y="853516"/>
                  <a:pt x="559194" y="857644"/>
                </a:cubicBezTo>
                <a:cubicBezTo>
                  <a:pt x="545605" y="861759"/>
                  <a:pt x="531863" y="865200"/>
                  <a:pt x="517931" y="867969"/>
                </a:cubicBezTo>
                <a:cubicBezTo>
                  <a:pt x="504012" y="870737"/>
                  <a:pt x="489991" y="872820"/>
                  <a:pt x="475869" y="874217"/>
                </a:cubicBezTo>
                <a:cubicBezTo>
                  <a:pt x="461747" y="875601"/>
                  <a:pt x="447586" y="876300"/>
                  <a:pt x="433388" y="876300"/>
                </a:cubicBezTo>
                <a:cubicBezTo>
                  <a:pt x="419189" y="876300"/>
                  <a:pt x="405028" y="875601"/>
                  <a:pt x="390906" y="874217"/>
                </a:cubicBezTo>
                <a:cubicBezTo>
                  <a:pt x="376784" y="872820"/>
                  <a:pt x="362763" y="870737"/>
                  <a:pt x="348831" y="867969"/>
                </a:cubicBezTo>
                <a:cubicBezTo>
                  <a:pt x="334912" y="865200"/>
                  <a:pt x="321170" y="861759"/>
                  <a:pt x="307581" y="857644"/>
                </a:cubicBezTo>
                <a:cubicBezTo>
                  <a:pt x="294005" y="853516"/>
                  <a:pt x="280645" y="848741"/>
                  <a:pt x="267538" y="843305"/>
                </a:cubicBezTo>
                <a:cubicBezTo>
                  <a:pt x="254419" y="837882"/>
                  <a:pt x="241605" y="831812"/>
                  <a:pt x="229095" y="825132"/>
                </a:cubicBezTo>
                <a:cubicBezTo>
                  <a:pt x="216573" y="818439"/>
                  <a:pt x="204406" y="811149"/>
                  <a:pt x="192608" y="803262"/>
                </a:cubicBezTo>
                <a:cubicBezTo>
                  <a:pt x="180810" y="795376"/>
                  <a:pt x="169418" y="786930"/>
                  <a:pt x="158445" y="777926"/>
                </a:cubicBezTo>
                <a:cubicBezTo>
                  <a:pt x="147472" y="768922"/>
                  <a:pt x="136970" y="759397"/>
                  <a:pt x="126937" y="749364"/>
                </a:cubicBezTo>
                <a:cubicBezTo>
                  <a:pt x="116904" y="739331"/>
                  <a:pt x="107379" y="728828"/>
                  <a:pt x="98374" y="717855"/>
                </a:cubicBezTo>
                <a:cubicBezTo>
                  <a:pt x="89370" y="706882"/>
                  <a:pt x="80924" y="695490"/>
                  <a:pt x="73038" y="683692"/>
                </a:cubicBezTo>
                <a:cubicBezTo>
                  <a:pt x="65151" y="671894"/>
                  <a:pt x="57861" y="659727"/>
                  <a:pt x="51168" y="647205"/>
                </a:cubicBezTo>
                <a:cubicBezTo>
                  <a:pt x="44488" y="634695"/>
                  <a:pt x="38418" y="621881"/>
                  <a:pt x="32995" y="608762"/>
                </a:cubicBezTo>
                <a:cubicBezTo>
                  <a:pt x="27559" y="595643"/>
                  <a:pt x="22784" y="582295"/>
                  <a:pt x="18656" y="568719"/>
                </a:cubicBezTo>
                <a:cubicBezTo>
                  <a:pt x="14542" y="555130"/>
                  <a:pt x="11100" y="541388"/>
                  <a:pt x="8331" y="527456"/>
                </a:cubicBezTo>
                <a:cubicBezTo>
                  <a:pt x="5563" y="513537"/>
                  <a:pt x="3480" y="499516"/>
                  <a:pt x="2083" y="485394"/>
                </a:cubicBezTo>
                <a:cubicBezTo>
                  <a:pt x="699" y="471272"/>
                  <a:pt x="0" y="457111"/>
                  <a:pt x="0" y="442913"/>
                </a:cubicBezTo>
              </a:path>
            </a:pathLst>
          </a:custGeom>
          <a:ln w="28575">
            <a:solidFill>
              <a:srgbClr val="2D5240"/>
            </a:solidFill>
            <a:prstDash val="solid"/>
          </a:ln>
        </p:spPr>
      </p:sp>
      <p:sp>
        <p:nvSpPr>
          <p:cNvPr id="4" name="Shape 2"/>
          <p:cNvSpPr/>
          <p:nvPr/>
        </p:nvSpPr>
        <p:spPr>
          <a:xfrm>
            <a:off x="404876" y="2157476"/>
            <a:ext cx="3552825" cy="1257300"/>
          </a:xfrm>
          <a:prstGeom prst="roundRect">
            <a:avLst>
              <a:gd name="adj" fmla="val 5919"/>
            </a:avLst>
          </a:prstGeom>
          <a:solidFill>
            <a:srgbClr val="FFFFFF"/>
          </a:solidFill>
          <a:ln w="9525">
            <a:solidFill>
              <a:srgbClr val="E6DFCD"/>
            </a:solidFill>
            <a:prstDash val="solid"/>
          </a:ln>
        </p:spPr>
      </p:sp>
      <p:sp>
        <p:nvSpPr>
          <p:cNvPr id="5" name="Shape 3"/>
          <p:cNvSpPr/>
          <p:nvPr/>
        </p:nvSpPr>
        <p:spPr>
          <a:xfrm>
            <a:off x="409575" y="2162175"/>
            <a:ext cx="590550" cy="247650"/>
          </a:xfrm>
          <a:prstGeom prst="rect">
            <a:avLst/>
          </a:prstGeom>
          <a:solidFill>
            <a:srgbClr val="2B4637"/>
          </a:solidFill>
          <a:ln/>
        </p:spPr>
      </p:sp>
      <p:sp>
        <p:nvSpPr>
          <p:cNvPr id="6" name="Shape 4"/>
          <p:cNvSpPr/>
          <p:nvPr/>
        </p:nvSpPr>
        <p:spPr>
          <a:xfrm>
            <a:off x="1000125" y="2400300"/>
            <a:ext cx="2952750" cy="9525"/>
          </a:xfrm>
          <a:prstGeom prst="rect">
            <a:avLst/>
          </a:prstGeom>
          <a:solidFill>
            <a:srgbClr val="E6DFCD"/>
          </a:solidFill>
          <a:ln/>
        </p:spPr>
      </p:sp>
      <p:sp>
        <p:nvSpPr>
          <p:cNvPr id="7" name="Shape 5"/>
          <p:cNvSpPr/>
          <p:nvPr/>
        </p:nvSpPr>
        <p:spPr>
          <a:xfrm>
            <a:off x="409575" y="2409825"/>
            <a:ext cx="590550" cy="247650"/>
          </a:xfrm>
          <a:prstGeom prst="rect">
            <a:avLst/>
          </a:prstGeom>
          <a:solidFill>
            <a:srgbClr val="2B4637"/>
          </a:solidFill>
          <a:ln/>
        </p:spPr>
      </p:sp>
      <p:sp>
        <p:nvSpPr>
          <p:cNvPr id="8" name="Shape 6"/>
          <p:cNvSpPr/>
          <p:nvPr/>
        </p:nvSpPr>
        <p:spPr>
          <a:xfrm>
            <a:off x="409575" y="2409825"/>
            <a:ext cx="590550" cy="9525"/>
          </a:xfrm>
          <a:prstGeom prst="rect">
            <a:avLst/>
          </a:prstGeom>
          <a:solidFill>
            <a:srgbClr val="3D5A49"/>
          </a:solidFill>
          <a:ln/>
        </p:spPr>
      </p:sp>
      <p:sp>
        <p:nvSpPr>
          <p:cNvPr id="9" name="Shape 7"/>
          <p:cNvSpPr/>
          <p:nvPr/>
        </p:nvSpPr>
        <p:spPr>
          <a:xfrm>
            <a:off x="1000125" y="2647950"/>
            <a:ext cx="2952750" cy="9525"/>
          </a:xfrm>
          <a:prstGeom prst="rect">
            <a:avLst/>
          </a:prstGeom>
          <a:solidFill>
            <a:srgbClr val="E6DFCD"/>
          </a:solidFill>
          <a:ln/>
        </p:spPr>
      </p:sp>
      <p:sp>
        <p:nvSpPr>
          <p:cNvPr id="10" name="Shape 8"/>
          <p:cNvSpPr/>
          <p:nvPr/>
        </p:nvSpPr>
        <p:spPr>
          <a:xfrm>
            <a:off x="409575" y="2657475"/>
            <a:ext cx="590550" cy="257175"/>
          </a:xfrm>
          <a:prstGeom prst="rect">
            <a:avLst/>
          </a:prstGeom>
          <a:solidFill>
            <a:srgbClr val="2B4637"/>
          </a:solidFill>
          <a:ln/>
        </p:spPr>
      </p:sp>
      <p:sp>
        <p:nvSpPr>
          <p:cNvPr id="11" name="Shape 9"/>
          <p:cNvSpPr/>
          <p:nvPr/>
        </p:nvSpPr>
        <p:spPr>
          <a:xfrm>
            <a:off x="409575" y="2657475"/>
            <a:ext cx="590550" cy="9525"/>
          </a:xfrm>
          <a:prstGeom prst="rect">
            <a:avLst/>
          </a:prstGeom>
          <a:solidFill>
            <a:srgbClr val="3D5A49"/>
          </a:solidFill>
          <a:ln/>
        </p:spPr>
      </p:sp>
      <p:sp>
        <p:nvSpPr>
          <p:cNvPr id="12" name="Shape 10"/>
          <p:cNvSpPr/>
          <p:nvPr/>
        </p:nvSpPr>
        <p:spPr>
          <a:xfrm>
            <a:off x="1000125" y="2905125"/>
            <a:ext cx="2952750" cy="9525"/>
          </a:xfrm>
          <a:prstGeom prst="rect">
            <a:avLst/>
          </a:prstGeom>
          <a:solidFill>
            <a:srgbClr val="E6DFCD"/>
          </a:solidFill>
          <a:ln/>
        </p:spPr>
      </p:sp>
      <p:sp>
        <p:nvSpPr>
          <p:cNvPr id="13" name="Shape 11"/>
          <p:cNvSpPr/>
          <p:nvPr/>
        </p:nvSpPr>
        <p:spPr>
          <a:xfrm>
            <a:off x="409575" y="2914650"/>
            <a:ext cx="590550" cy="247650"/>
          </a:xfrm>
          <a:prstGeom prst="rect">
            <a:avLst/>
          </a:prstGeom>
          <a:solidFill>
            <a:srgbClr val="2B4637"/>
          </a:solidFill>
          <a:ln/>
        </p:spPr>
      </p:sp>
      <p:sp>
        <p:nvSpPr>
          <p:cNvPr id="14" name="Shape 12"/>
          <p:cNvSpPr/>
          <p:nvPr/>
        </p:nvSpPr>
        <p:spPr>
          <a:xfrm>
            <a:off x="409575" y="2914650"/>
            <a:ext cx="590550" cy="9525"/>
          </a:xfrm>
          <a:prstGeom prst="rect">
            <a:avLst/>
          </a:prstGeom>
          <a:solidFill>
            <a:srgbClr val="3D5A49"/>
          </a:solidFill>
          <a:ln/>
        </p:spPr>
      </p:sp>
      <p:sp>
        <p:nvSpPr>
          <p:cNvPr id="15" name="Shape 13"/>
          <p:cNvSpPr/>
          <p:nvPr/>
        </p:nvSpPr>
        <p:spPr>
          <a:xfrm>
            <a:off x="1000125" y="3152775"/>
            <a:ext cx="2952750" cy="9525"/>
          </a:xfrm>
          <a:prstGeom prst="rect">
            <a:avLst/>
          </a:prstGeom>
          <a:solidFill>
            <a:srgbClr val="E6DFCD"/>
          </a:solidFill>
          <a:ln/>
        </p:spPr>
      </p:sp>
      <p:sp>
        <p:nvSpPr>
          <p:cNvPr id="16" name="Shape 14"/>
          <p:cNvSpPr/>
          <p:nvPr/>
        </p:nvSpPr>
        <p:spPr>
          <a:xfrm>
            <a:off x="409575" y="3162300"/>
            <a:ext cx="590550" cy="247650"/>
          </a:xfrm>
          <a:prstGeom prst="rect">
            <a:avLst/>
          </a:prstGeom>
          <a:solidFill>
            <a:srgbClr val="2B4637"/>
          </a:solidFill>
          <a:ln/>
        </p:spPr>
      </p:sp>
      <p:sp>
        <p:nvSpPr>
          <p:cNvPr id="17" name="Shape 15"/>
          <p:cNvSpPr/>
          <p:nvPr/>
        </p:nvSpPr>
        <p:spPr>
          <a:xfrm>
            <a:off x="409575" y="3162300"/>
            <a:ext cx="590550" cy="9525"/>
          </a:xfrm>
          <a:prstGeom prst="rect">
            <a:avLst/>
          </a:prstGeom>
          <a:solidFill>
            <a:srgbClr val="3D5A49"/>
          </a:solidFill>
          <a:ln/>
        </p:spPr>
      </p:sp>
      <p:sp>
        <p:nvSpPr>
          <p:cNvPr id="18" name="Shape 16"/>
          <p:cNvSpPr/>
          <p:nvPr/>
        </p:nvSpPr>
        <p:spPr>
          <a:xfrm>
            <a:off x="400050" y="1924050"/>
            <a:ext cx="171450" cy="171450"/>
          </a:xfrm>
          <a:prstGeom prst="ellipse">
            <a:avLst/>
          </a:prstGeom>
          <a:solidFill>
            <a:srgbClr val="2E7A4E"/>
          </a:solidFill>
          <a:ln/>
        </p:spPr>
      </p:sp>
      <p:sp>
        <p:nvSpPr>
          <p:cNvPr id="19" name="Shape 17"/>
          <p:cNvSpPr/>
          <p:nvPr/>
        </p:nvSpPr>
        <p:spPr>
          <a:xfrm>
            <a:off x="4067175" y="1924050"/>
            <a:ext cx="171450" cy="171450"/>
          </a:xfrm>
          <a:prstGeom prst="ellipse">
            <a:avLst/>
          </a:prstGeom>
          <a:solidFill>
            <a:srgbClr val="2E7A4E"/>
          </a:solidFill>
          <a:ln/>
        </p:spPr>
      </p:sp>
      <p:sp>
        <p:nvSpPr>
          <p:cNvPr id="20" name="Shape 18"/>
          <p:cNvSpPr/>
          <p:nvPr/>
        </p:nvSpPr>
        <p:spPr>
          <a:xfrm>
            <a:off x="4071874" y="2157476"/>
            <a:ext cx="1504950" cy="628650"/>
          </a:xfrm>
          <a:prstGeom prst="roundRect">
            <a:avLst>
              <a:gd name="adj" fmla="val 11838"/>
            </a:avLst>
          </a:prstGeom>
          <a:solidFill>
            <a:srgbClr val="FFFFFF"/>
          </a:solidFill>
          <a:ln w="9525">
            <a:solidFill>
              <a:srgbClr val="E6DFCD"/>
            </a:solidFill>
            <a:prstDash val="solid"/>
          </a:ln>
        </p:spPr>
      </p:sp>
      <p:sp>
        <p:nvSpPr>
          <p:cNvPr id="21" name="Shape 19"/>
          <p:cNvSpPr/>
          <p:nvPr/>
        </p:nvSpPr>
        <p:spPr>
          <a:xfrm>
            <a:off x="5653024" y="2157476"/>
            <a:ext cx="1504950" cy="628650"/>
          </a:xfrm>
          <a:prstGeom prst="roundRect">
            <a:avLst>
              <a:gd name="adj" fmla="val 11838"/>
            </a:avLst>
          </a:prstGeom>
          <a:solidFill>
            <a:srgbClr val="FFFFFF"/>
          </a:solidFill>
          <a:ln w="9525">
            <a:solidFill>
              <a:srgbClr val="E6DFCD"/>
            </a:solidFill>
            <a:prstDash val="solid"/>
          </a:ln>
        </p:spPr>
      </p:sp>
      <p:sp>
        <p:nvSpPr>
          <p:cNvPr id="22" name="Shape 20"/>
          <p:cNvSpPr/>
          <p:nvPr/>
        </p:nvSpPr>
        <p:spPr>
          <a:xfrm>
            <a:off x="4071874" y="2852674"/>
            <a:ext cx="1504950" cy="628650"/>
          </a:xfrm>
          <a:prstGeom prst="roundRect">
            <a:avLst>
              <a:gd name="adj" fmla="val 11838"/>
            </a:avLst>
          </a:prstGeom>
          <a:solidFill>
            <a:srgbClr val="FFFFFF"/>
          </a:solidFill>
          <a:ln w="9525">
            <a:solidFill>
              <a:srgbClr val="E6DFCD"/>
            </a:solidFill>
            <a:prstDash val="solid"/>
          </a:ln>
        </p:spPr>
      </p:sp>
      <p:sp>
        <p:nvSpPr>
          <p:cNvPr id="23" name="Shape 21"/>
          <p:cNvSpPr/>
          <p:nvPr/>
        </p:nvSpPr>
        <p:spPr>
          <a:xfrm>
            <a:off x="5653024" y="2852674"/>
            <a:ext cx="1504950" cy="628650"/>
          </a:xfrm>
          <a:prstGeom prst="roundRect">
            <a:avLst>
              <a:gd name="adj" fmla="val 11838"/>
            </a:avLst>
          </a:prstGeom>
          <a:solidFill>
            <a:srgbClr val="FFFFFF"/>
          </a:solidFill>
          <a:ln w="9525">
            <a:solidFill>
              <a:srgbClr val="E6DFCD"/>
            </a:solidFill>
            <a:prstDash val="solid"/>
          </a:ln>
        </p:spPr>
      </p:sp>
      <p:sp>
        <p:nvSpPr>
          <p:cNvPr id="24" name="Shape 22"/>
          <p:cNvSpPr/>
          <p:nvPr/>
        </p:nvSpPr>
        <p:spPr>
          <a:xfrm>
            <a:off x="400050" y="3619500"/>
            <a:ext cx="171450" cy="171450"/>
          </a:xfrm>
          <a:prstGeom prst="ellipse">
            <a:avLst/>
          </a:prstGeom>
          <a:solidFill>
            <a:srgbClr val="2E7A4E"/>
          </a:solidFill>
          <a:ln/>
        </p:spPr>
      </p:sp>
      <p:sp>
        <p:nvSpPr>
          <p:cNvPr id="25" name="Shape 23"/>
          <p:cNvSpPr/>
          <p:nvPr/>
        </p:nvSpPr>
        <p:spPr>
          <a:xfrm>
            <a:off x="404876" y="3852926"/>
            <a:ext cx="2190750" cy="1076325"/>
          </a:xfrm>
          <a:prstGeom prst="roundRect">
            <a:avLst>
              <a:gd name="adj" fmla="val 6914"/>
            </a:avLst>
          </a:prstGeom>
          <a:solidFill>
            <a:srgbClr val="FFFFFF"/>
          </a:solidFill>
          <a:ln w="9525">
            <a:solidFill>
              <a:srgbClr val="E6DFCD"/>
            </a:solidFill>
            <a:prstDash val="solid"/>
          </a:ln>
        </p:spPr>
      </p:sp>
      <p:sp>
        <p:nvSpPr>
          <p:cNvPr id="26" name="Shape 24"/>
          <p:cNvSpPr/>
          <p:nvPr/>
        </p:nvSpPr>
        <p:spPr>
          <a:xfrm>
            <a:off x="409575" y="3857625"/>
            <a:ext cx="2181225" cy="200025"/>
          </a:xfrm>
          <a:prstGeom prst="rect">
            <a:avLst/>
          </a:prstGeom>
          <a:solidFill>
            <a:srgbClr val="2E7A4E"/>
          </a:solidFill>
          <a:ln/>
        </p:spPr>
      </p:sp>
      <p:sp>
        <p:nvSpPr>
          <p:cNvPr id="27" name="Shape 25"/>
          <p:cNvSpPr/>
          <p:nvPr/>
        </p:nvSpPr>
        <p:spPr>
          <a:xfrm>
            <a:off x="2681224" y="3852926"/>
            <a:ext cx="2200275" cy="1076325"/>
          </a:xfrm>
          <a:prstGeom prst="roundRect">
            <a:avLst>
              <a:gd name="adj" fmla="val 6914"/>
            </a:avLst>
          </a:prstGeom>
          <a:solidFill>
            <a:srgbClr val="FFFFFF"/>
          </a:solidFill>
          <a:ln w="9525">
            <a:solidFill>
              <a:srgbClr val="E6DFCD"/>
            </a:solidFill>
            <a:prstDash val="solid"/>
          </a:ln>
        </p:spPr>
      </p:sp>
      <p:sp>
        <p:nvSpPr>
          <p:cNvPr id="28" name="Shape 26"/>
          <p:cNvSpPr/>
          <p:nvPr/>
        </p:nvSpPr>
        <p:spPr>
          <a:xfrm>
            <a:off x="2686050" y="3857625"/>
            <a:ext cx="2190750" cy="200025"/>
          </a:xfrm>
          <a:prstGeom prst="rect">
            <a:avLst/>
          </a:prstGeom>
          <a:solidFill>
            <a:srgbClr val="2B4637"/>
          </a:solidFill>
          <a:ln/>
        </p:spPr>
      </p:sp>
      <p:sp>
        <p:nvSpPr>
          <p:cNvPr id="29" name="Shape 27"/>
          <p:cNvSpPr/>
          <p:nvPr/>
        </p:nvSpPr>
        <p:spPr>
          <a:xfrm>
            <a:off x="4967224" y="3852926"/>
            <a:ext cx="2190750" cy="1076325"/>
          </a:xfrm>
          <a:prstGeom prst="roundRect">
            <a:avLst>
              <a:gd name="adj" fmla="val 6914"/>
            </a:avLst>
          </a:prstGeom>
          <a:solidFill>
            <a:srgbClr val="FFFFFF"/>
          </a:solidFill>
          <a:ln w="9525">
            <a:solidFill>
              <a:srgbClr val="E6DFCD"/>
            </a:solidFill>
            <a:prstDash val="solid"/>
          </a:ln>
        </p:spPr>
      </p:sp>
      <p:sp>
        <p:nvSpPr>
          <p:cNvPr id="30" name="Shape 28"/>
          <p:cNvSpPr/>
          <p:nvPr/>
        </p:nvSpPr>
        <p:spPr>
          <a:xfrm>
            <a:off x="4972050" y="3857625"/>
            <a:ext cx="2181225" cy="200025"/>
          </a:xfrm>
          <a:prstGeom prst="rect">
            <a:avLst/>
          </a:prstGeom>
          <a:solidFill>
            <a:srgbClr val="C08A1E"/>
          </a:solidFill>
          <a:ln/>
        </p:spPr>
      </p:sp>
      <p:sp>
        <p:nvSpPr>
          <p:cNvPr id="31" name="Shape 29"/>
          <p:cNvSpPr/>
          <p:nvPr/>
        </p:nvSpPr>
        <p:spPr>
          <a:xfrm>
            <a:off x="400050" y="5057775"/>
            <a:ext cx="171450" cy="180975"/>
          </a:xfrm>
          <a:prstGeom prst="roundRect">
            <a:avLst>
              <a:gd name="adj" fmla="val 50000"/>
            </a:avLst>
          </a:prstGeom>
          <a:solidFill>
            <a:srgbClr val="2E7A4E"/>
          </a:solidFill>
          <a:ln/>
        </p:spPr>
      </p:sp>
      <p:sp>
        <p:nvSpPr>
          <p:cNvPr id="32" name="Shape 30"/>
          <p:cNvSpPr/>
          <p:nvPr/>
        </p:nvSpPr>
        <p:spPr>
          <a:xfrm>
            <a:off x="414274" y="5962650"/>
            <a:ext cx="5081524" cy="381000"/>
          </a:xfrm>
          <a:prstGeom prst="roundRect">
            <a:avLst/>
          </a:prstGeom>
          <a:solidFill>
            <a:srgbClr val="FFFFFF"/>
          </a:solidFill>
          <a:ln/>
        </p:spPr>
      </p:sp>
      <p:sp>
        <p:nvSpPr>
          <p:cNvPr id="33" name="Shape 31"/>
          <p:cNvSpPr/>
          <p:nvPr/>
        </p:nvSpPr>
        <p:spPr>
          <a:xfrm>
            <a:off x="400050" y="5962650"/>
            <a:ext cx="28575" cy="381000"/>
          </a:xfrm>
          <a:prstGeom prst="rect">
            <a:avLst/>
          </a:prstGeom>
          <a:solidFill>
            <a:srgbClr val="C08A1E"/>
          </a:solidFill>
          <a:ln/>
        </p:spPr>
      </p:sp>
      <p:sp>
        <p:nvSpPr>
          <p:cNvPr id="34" name="Shape 32"/>
          <p:cNvSpPr/>
          <p:nvPr/>
        </p:nvSpPr>
        <p:spPr>
          <a:xfrm>
            <a:off x="400050" y="5286375"/>
            <a:ext cx="1133475" cy="619125"/>
          </a:xfrm>
          <a:prstGeom prst="roundRect">
            <a:avLst>
              <a:gd name="adj" fmla="val 12800"/>
            </a:avLst>
          </a:prstGeom>
          <a:solidFill>
            <a:srgbClr val="F6EFDC"/>
          </a:solidFill>
          <a:ln/>
        </p:spPr>
      </p:sp>
      <p:sp>
        <p:nvSpPr>
          <p:cNvPr id="35" name="Shape 33"/>
          <p:cNvSpPr/>
          <p:nvPr/>
        </p:nvSpPr>
        <p:spPr>
          <a:xfrm>
            <a:off x="1590675" y="5286375"/>
            <a:ext cx="1266825" cy="619125"/>
          </a:xfrm>
          <a:prstGeom prst="roundRect">
            <a:avLst>
              <a:gd name="adj" fmla="val 12800"/>
            </a:avLst>
          </a:prstGeom>
          <a:solidFill>
            <a:srgbClr val="F6EFDC"/>
          </a:solidFill>
          <a:ln/>
        </p:spPr>
      </p:sp>
      <p:sp>
        <p:nvSpPr>
          <p:cNvPr id="36" name="Shape 34"/>
          <p:cNvSpPr/>
          <p:nvPr/>
        </p:nvSpPr>
        <p:spPr>
          <a:xfrm>
            <a:off x="2914650" y="5286375"/>
            <a:ext cx="1390650" cy="619125"/>
          </a:xfrm>
          <a:prstGeom prst="roundRect">
            <a:avLst>
              <a:gd name="adj" fmla="val 12800"/>
            </a:avLst>
          </a:prstGeom>
          <a:solidFill>
            <a:srgbClr val="F6EFDC"/>
          </a:solidFill>
          <a:ln/>
        </p:spPr>
      </p:sp>
      <p:sp>
        <p:nvSpPr>
          <p:cNvPr id="37" name="Shape 35"/>
          <p:cNvSpPr/>
          <p:nvPr/>
        </p:nvSpPr>
        <p:spPr>
          <a:xfrm>
            <a:off x="4362450" y="5286375"/>
            <a:ext cx="1133475" cy="619125"/>
          </a:xfrm>
          <a:prstGeom prst="roundRect">
            <a:avLst>
              <a:gd name="adj" fmla="val 12800"/>
            </a:avLst>
          </a:prstGeom>
          <a:solidFill>
            <a:srgbClr val="F6EFDC"/>
          </a:solidFill>
          <a:ln/>
        </p:spPr>
      </p:sp>
      <p:sp>
        <p:nvSpPr>
          <p:cNvPr id="38" name="Shape 36"/>
          <p:cNvSpPr/>
          <p:nvPr/>
        </p:nvSpPr>
        <p:spPr>
          <a:xfrm>
            <a:off x="400050" y="6638925"/>
            <a:ext cx="171450" cy="171450"/>
          </a:xfrm>
          <a:prstGeom prst="ellipse">
            <a:avLst/>
          </a:prstGeom>
          <a:solidFill>
            <a:srgbClr val="2E7A4E"/>
          </a:solidFill>
          <a:ln/>
        </p:spPr>
      </p:sp>
      <p:sp>
        <p:nvSpPr>
          <p:cNvPr id="39" name="Shape 37"/>
          <p:cNvSpPr/>
          <p:nvPr/>
        </p:nvSpPr>
        <p:spPr>
          <a:xfrm>
            <a:off x="400050" y="7658100"/>
            <a:ext cx="171450" cy="171450"/>
          </a:xfrm>
          <a:prstGeom prst="ellipse">
            <a:avLst/>
          </a:prstGeom>
          <a:solidFill>
            <a:srgbClr val="2E7A4E"/>
          </a:solidFill>
          <a:ln/>
        </p:spPr>
      </p:sp>
      <p:sp>
        <p:nvSpPr>
          <p:cNvPr id="40" name="Shape 38"/>
          <p:cNvSpPr/>
          <p:nvPr/>
        </p:nvSpPr>
        <p:spPr>
          <a:xfrm>
            <a:off x="404876" y="7891526"/>
            <a:ext cx="733425" cy="466725"/>
          </a:xfrm>
          <a:prstGeom prst="roundRect">
            <a:avLst>
              <a:gd name="adj" fmla="val 12871"/>
            </a:avLst>
          </a:prstGeom>
          <a:solidFill>
            <a:srgbClr val="FFFFFF"/>
          </a:solidFill>
          <a:ln w="9525">
            <a:solidFill>
              <a:srgbClr val="E6DFCD"/>
            </a:solidFill>
            <a:prstDash val="solid"/>
          </a:ln>
        </p:spPr>
      </p:sp>
      <p:sp>
        <p:nvSpPr>
          <p:cNvPr id="41" name="Shape 39"/>
          <p:cNvSpPr/>
          <p:nvPr/>
        </p:nvSpPr>
        <p:spPr>
          <a:xfrm>
            <a:off x="1195324" y="7891526"/>
            <a:ext cx="733425" cy="466725"/>
          </a:xfrm>
          <a:prstGeom prst="roundRect">
            <a:avLst>
              <a:gd name="adj" fmla="val 12871"/>
            </a:avLst>
          </a:prstGeom>
          <a:solidFill>
            <a:srgbClr val="FFFFFF"/>
          </a:solidFill>
          <a:ln w="9525">
            <a:solidFill>
              <a:srgbClr val="E6DFCD"/>
            </a:solidFill>
            <a:prstDash val="solid"/>
          </a:ln>
        </p:spPr>
      </p:sp>
      <p:sp>
        <p:nvSpPr>
          <p:cNvPr id="42" name="Shape 40"/>
          <p:cNvSpPr/>
          <p:nvPr/>
        </p:nvSpPr>
        <p:spPr>
          <a:xfrm>
            <a:off x="1985899" y="7891526"/>
            <a:ext cx="733425" cy="466725"/>
          </a:xfrm>
          <a:prstGeom prst="roundRect">
            <a:avLst>
              <a:gd name="adj" fmla="val 12871"/>
            </a:avLst>
          </a:prstGeom>
          <a:solidFill>
            <a:srgbClr val="FFFFFF"/>
          </a:solidFill>
          <a:ln w="9525">
            <a:solidFill>
              <a:srgbClr val="E6DFCD"/>
            </a:solidFill>
            <a:prstDash val="solid"/>
          </a:ln>
        </p:spPr>
      </p:sp>
      <p:sp>
        <p:nvSpPr>
          <p:cNvPr id="43" name="Shape 41"/>
          <p:cNvSpPr/>
          <p:nvPr/>
        </p:nvSpPr>
        <p:spPr>
          <a:xfrm>
            <a:off x="404876" y="8415274"/>
            <a:ext cx="733425" cy="476250"/>
          </a:xfrm>
          <a:prstGeom prst="roundRect">
            <a:avLst>
              <a:gd name="adj" fmla="val 12613"/>
            </a:avLst>
          </a:prstGeom>
          <a:solidFill>
            <a:srgbClr val="FFFFFF"/>
          </a:solidFill>
          <a:ln w="9525">
            <a:solidFill>
              <a:srgbClr val="E6DFCD"/>
            </a:solidFill>
            <a:prstDash val="solid"/>
          </a:ln>
        </p:spPr>
      </p:sp>
      <p:sp>
        <p:nvSpPr>
          <p:cNvPr id="44" name="Shape 42"/>
          <p:cNvSpPr/>
          <p:nvPr/>
        </p:nvSpPr>
        <p:spPr>
          <a:xfrm>
            <a:off x="1195324" y="8415274"/>
            <a:ext cx="733425" cy="476250"/>
          </a:xfrm>
          <a:prstGeom prst="roundRect">
            <a:avLst>
              <a:gd name="adj" fmla="val 12613"/>
            </a:avLst>
          </a:prstGeom>
          <a:solidFill>
            <a:srgbClr val="FFFFFF"/>
          </a:solidFill>
          <a:ln w="9525">
            <a:solidFill>
              <a:srgbClr val="E6DFCD"/>
            </a:solidFill>
            <a:prstDash val="solid"/>
          </a:ln>
        </p:spPr>
      </p:sp>
      <p:sp>
        <p:nvSpPr>
          <p:cNvPr id="45" name="Shape 43"/>
          <p:cNvSpPr/>
          <p:nvPr/>
        </p:nvSpPr>
        <p:spPr>
          <a:xfrm>
            <a:off x="1985899" y="8415274"/>
            <a:ext cx="733425" cy="476250"/>
          </a:xfrm>
          <a:prstGeom prst="roundRect">
            <a:avLst>
              <a:gd name="adj" fmla="val 12613"/>
            </a:avLst>
          </a:prstGeom>
          <a:solidFill>
            <a:srgbClr val="FFFFFF"/>
          </a:solidFill>
          <a:ln w="9525">
            <a:solidFill>
              <a:srgbClr val="E6DFCD"/>
            </a:solidFill>
            <a:prstDash val="solid"/>
          </a:ln>
        </p:spPr>
      </p:sp>
      <p:sp>
        <p:nvSpPr>
          <p:cNvPr id="46" name="Shape 44"/>
          <p:cNvSpPr/>
          <p:nvPr/>
        </p:nvSpPr>
        <p:spPr>
          <a:xfrm>
            <a:off x="2828925" y="7658100"/>
            <a:ext cx="171450" cy="171450"/>
          </a:xfrm>
          <a:prstGeom prst="ellipse">
            <a:avLst/>
          </a:prstGeom>
          <a:solidFill>
            <a:srgbClr val="2E7A4E"/>
          </a:solidFill>
          <a:ln/>
        </p:spPr>
      </p:sp>
      <p:sp>
        <p:nvSpPr>
          <p:cNvPr id="47" name="Shape 45"/>
          <p:cNvSpPr/>
          <p:nvPr/>
        </p:nvSpPr>
        <p:spPr>
          <a:xfrm>
            <a:off x="2833624" y="7891526"/>
            <a:ext cx="1028700" cy="361950"/>
          </a:xfrm>
          <a:prstGeom prst="roundRect">
            <a:avLst>
              <a:gd name="adj" fmla="val 16596"/>
            </a:avLst>
          </a:prstGeom>
          <a:solidFill>
            <a:srgbClr val="FFFFFF"/>
          </a:solidFill>
          <a:ln w="9525">
            <a:solidFill>
              <a:srgbClr val="E6DFCD"/>
            </a:solidFill>
            <a:prstDash val="solid"/>
          </a:ln>
        </p:spPr>
      </p:sp>
      <p:sp>
        <p:nvSpPr>
          <p:cNvPr id="48" name="Shape 46"/>
          <p:cNvSpPr/>
          <p:nvPr/>
        </p:nvSpPr>
        <p:spPr>
          <a:xfrm>
            <a:off x="3919474" y="7891526"/>
            <a:ext cx="1019175" cy="361950"/>
          </a:xfrm>
          <a:prstGeom prst="roundRect">
            <a:avLst>
              <a:gd name="adj" fmla="val 16596"/>
            </a:avLst>
          </a:prstGeom>
          <a:solidFill>
            <a:srgbClr val="1D3A2A"/>
          </a:solidFill>
          <a:ln w="9525">
            <a:solidFill>
              <a:srgbClr val="1D3A2A"/>
            </a:solidFill>
            <a:prstDash val="solid"/>
          </a:ln>
        </p:spPr>
      </p:sp>
      <p:sp>
        <p:nvSpPr>
          <p:cNvPr id="49" name="Shape 47"/>
          <p:cNvSpPr/>
          <p:nvPr/>
        </p:nvSpPr>
        <p:spPr>
          <a:xfrm>
            <a:off x="2833624" y="8310626"/>
            <a:ext cx="1028700" cy="361950"/>
          </a:xfrm>
          <a:prstGeom prst="roundRect">
            <a:avLst>
              <a:gd name="adj" fmla="val 16596"/>
            </a:avLst>
          </a:prstGeom>
          <a:solidFill>
            <a:srgbClr val="FFFFFF"/>
          </a:solidFill>
          <a:ln w="9525">
            <a:solidFill>
              <a:srgbClr val="E6DFCD"/>
            </a:solidFill>
            <a:prstDash val="solid"/>
          </a:ln>
        </p:spPr>
      </p:sp>
      <p:sp>
        <p:nvSpPr>
          <p:cNvPr id="50" name="Shape 48"/>
          <p:cNvSpPr/>
          <p:nvPr/>
        </p:nvSpPr>
        <p:spPr>
          <a:xfrm>
            <a:off x="3919474" y="8310626"/>
            <a:ext cx="1019175" cy="361950"/>
          </a:xfrm>
          <a:prstGeom prst="roundRect">
            <a:avLst>
              <a:gd name="adj" fmla="val 16596"/>
            </a:avLst>
          </a:prstGeom>
          <a:solidFill>
            <a:srgbClr val="FFFFFF"/>
          </a:solidFill>
          <a:ln w="9525">
            <a:solidFill>
              <a:srgbClr val="E6DFCD"/>
            </a:solidFill>
            <a:prstDash val="solid"/>
          </a:ln>
        </p:spPr>
      </p:sp>
      <p:sp>
        <p:nvSpPr>
          <p:cNvPr id="51" name="Shape 49"/>
          <p:cNvSpPr/>
          <p:nvPr/>
        </p:nvSpPr>
        <p:spPr>
          <a:xfrm>
            <a:off x="5048250" y="7658100"/>
            <a:ext cx="180975" cy="171450"/>
          </a:xfrm>
          <a:prstGeom prst="roundRect">
            <a:avLst>
              <a:gd name="adj" fmla="val 50000"/>
            </a:avLst>
          </a:prstGeom>
          <a:solidFill>
            <a:srgbClr val="2E7A4E"/>
          </a:solidFill>
          <a:ln/>
        </p:spPr>
      </p:sp>
      <p:sp>
        <p:nvSpPr>
          <p:cNvPr id="52" name="Shape 50"/>
          <p:cNvSpPr/>
          <p:nvPr/>
        </p:nvSpPr>
        <p:spPr>
          <a:xfrm>
            <a:off x="5052949" y="7891526"/>
            <a:ext cx="1028700" cy="352425"/>
          </a:xfrm>
          <a:prstGeom prst="roundRect">
            <a:avLst>
              <a:gd name="adj" fmla="val 17045"/>
            </a:avLst>
          </a:prstGeom>
          <a:solidFill>
            <a:srgbClr val="FFFFFF"/>
          </a:solidFill>
          <a:ln w="9525">
            <a:solidFill>
              <a:srgbClr val="E6DFCD"/>
            </a:solidFill>
            <a:prstDash val="solid"/>
          </a:ln>
        </p:spPr>
      </p:sp>
      <p:sp>
        <p:nvSpPr>
          <p:cNvPr id="53" name="Shape 51"/>
          <p:cNvSpPr/>
          <p:nvPr/>
        </p:nvSpPr>
        <p:spPr>
          <a:xfrm>
            <a:off x="6138926" y="7891526"/>
            <a:ext cx="1019175" cy="352425"/>
          </a:xfrm>
          <a:prstGeom prst="roundRect">
            <a:avLst>
              <a:gd name="adj" fmla="val 17045"/>
            </a:avLst>
          </a:prstGeom>
          <a:solidFill>
            <a:srgbClr val="FFFFFF"/>
          </a:solidFill>
          <a:ln w="9525">
            <a:solidFill>
              <a:srgbClr val="E6DFCD"/>
            </a:solidFill>
            <a:prstDash val="solid"/>
          </a:ln>
        </p:spPr>
      </p:sp>
      <p:sp>
        <p:nvSpPr>
          <p:cNvPr id="54" name="Shape 52"/>
          <p:cNvSpPr/>
          <p:nvPr/>
        </p:nvSpPr>
        <p:spPr>
          <a:xfrm>
            <a:off x="5052949" y="8300974"/>
            <a:ext cx="1028700" cy="361950"/>
          </a:xfrm>
          <a:prstGeom prst="roundRect">
            <a:avLst>
              <a:gd name="adj" fmla="val 16596"/>
            </a:avLst>
          </a:prstGeom>
          <a:solidFill>
            <a:srgbClr val="FFFFFF"/>
          </a:solidFill>
          <a:ln w="9525">
            <a:solidFill>
              <a:srgbClr val="E6DFCD"/>
            </a:solidFill>
            <a:prstDash val="solid"/>
          </a:ln>
        </p:spPr>
      </p:sp>
      <p:sp>
        <p:nvSpPr>
          <p:cNvPr id="55" name="Shape 53"/>
          <p:cNvSpPr/>
          <p:nvPr/>
        </p:nvSpPr>
        <p:spPr>
          <a:xfrm>
            <a:off x="6138926" y="8300974"/>
            <a:ext cx="1019175" cy="361950"/>
          </a:xfrm>
          <a:prstGeom prst="roundRect">
            <a:avLst>
              <a:gd name="adj" fmla="val 16596"/>
            </a:avLst>
          </a:prstGeom>
          <a:solidFill>
            <a:srgbClr val="FFFFFF"/>
          </a:solidFill>
          <a:ln w="9525">
            <a:solidFill>
              <a:srgbClr val="E6DFCD"/>
            </a:solidFill>
            <a:prstDash val="solid"/>
          </a:ln>
        </p:spPr>
      </p:sp>
      <p:sp>
        <p:nvSpPr>
          <p:cNvPr id="56" name="Shape 54"/>
          <p:cNvSpPr/>
          <p:nvPr/>
        </p:nvSpPr>
        <p:spPr>
          <a:xfrm>
            <a:off x="400050" y="9077325"/>
            <a:ext cx="6762750" cy="333375"/>
          </a:xfrm>
          <a:prstGeom prst="roundRect">
            <a:avLst>
              <a:gd name="adj" fmla="val 19429"/>
            </a:avLst>
          </a:prstGeom>
          <a:solidFill>
            <a:srgbClr val="EEF5EF"/>
          </a:solidFill>
          <a:ln/>
        </p:spPr>
      </p:sp>
      <p:sp>
        <p:nvSpPr>
          <p:cNvPr id="57" name="Shape 55"/>
          <p:cNvSpPr/>
          <p:nvPr/>
        </p:nvSpPr>
        <p:spPr>
          <a:xfrm>
            <a:off x="0" y="10086975"/>
            <a:ext cx="7562850" cy="609600"/>
          </a:xfrm>
          <a:prstGeom prst="rect">
            <a:avLst/>
          </a:prstGeom>
          <a:solidFill>
            <a:srgbClr val="1D3A2A"/>
          </a:solidFill>
          <a:ln/>
        </p:spPr>
      </p:sp>
      <p:sp>
        <p:nvSpPr>
          <p:cNvPr id="58" name="Shape 56"/>
          <p:cNvSpPr/>
          <p:nvPr/>
        </p:nvSpPr>
        <p:spPr>
          <a:xfrm>
            <a:off x="400050" y="10172700"/>
            <a:ext cx="428625" cy="428625"/>
          </a:xfrm>
          <a:prstGeom prst="rect">
            <a:avLst/>
          </a:prstGeom>
          <a:solidFill>
            <a:srgbClr val="FFFFFF"/>
          </a:solidFill>
          <a:ln/>
        </p:spPr>
      </p:sp>
      <p:sp>
        <p:nvSpPr>
          <p:cNvPr id="59" name="Shape 57"/>
          <p:cNvSpPr/>
          <p:nvPr/>
        </p:nvSpPr>
        <p:spPr>
          <a:xfrm>
            <a:off x="6219825" y="10220325"/>
            <a:ext cx="942975" cy="342900"/>
          </a:xfrm>
          <a:prstGeom prst="roundRect">
            <a:avLst>
              <a:gd name="adj" fmla="val 50000"/>
            </a:avLst>
          </a:prstGeom>
          <a:solidFill>
            <a:srgbClr val="FFFFFF"/>
          </a:solidFill>
          <a:ln/>
        </p:spPr>
      </p:sp>
      <p:sp>
        <p:nvSpPr>
          <p:cNvPr id="60" name="Shape 58"/>
          <p:cNvSpPr/>
          <p:nvPr/>
        </p:nvSpPr>
        <p:spPr>
          <a:xfrm>
            <a:off x="504825" y="4171950"/>
            <a:ext cx="38100" cy="38100"/>
          </a:xfrm>
          <a:prstGeom prst="roundRect">
            <a:avLst>
              <a:gd name="adj" fmla="val 47000"/>
            </a:avLst>
          </a:prstGeom>
          <a:solidFill>
            <a:srgbClr val="C08A1E"/>
          </a:solidFill>
          <a:ln/>
        </p:spPr>
      </p:sp>
      <p:sp>
        <p:nvSpPr>
          <p:cNvPr id="61" name="Shape 59"/>
          <p:cNvSpPr/>
          <p:nvPr/>
        </p:nvSpPr>
        <p:spPr>
          <a:xfrm>
            <a:off x="504825" y="4486275"/>
            <a:ext cx="38100" cy="38100"/>
          </a:xfrm>
          <a:prstGeom prst="roundRect">
            <a:avLst>
              <a:gd name="adj" fmla="val 47000"/>
            </a:avLst>
          </a:prstGeom>
          <a:solidFill>
            <a:srgbClr val="C08A1E"/>
          </a:solidFill>
          <a:ln/>
        </p:spPr>
      </p:sp>
      <p:sp>
        <p:nvSpPr>
          <p:cNvPr id="62" name="Shape 60"/>
          <p:cNvSpPr/>
          <p:nvPr/>
        </p:nvSpPr>
        <p:spPr>
          <a:xfrm>
            <a:off x="2790825" y="4171950"/>
            <a:ext cx="38100" cy="38100"/>
          </a:xfrm>
          <a:prstGeom prst="roundRect">
            <a:avLst>
              <a:gd name="adj" fmla="val 47000"/>
            </a:avLst>
          </a:prstGeom>
          <a:solidFill>
            <a:srgbClr val="C08A1E"/>
          </a:solidFill>
          <a:ln/>
        </p:spPr>
      </p:sp>
      <p:sp>
        <p:nvSpPr>
          <p:cNvPr id="63" name="Shape 61"/>
          <p:cNvSpPr/>
          <p:nvPr/>
        </p:nvSpPr>
        <p:spPr>
          <a:xfrm>
            <a:off x="2790825" y="4638675"/>
            <a:ext cx="38100" cy="28575"/>
          </a:xfrm>
          <a:prstGeom prst="roundRect">
            <a:avLst>
              <a:gd name="adj" fmla="val 50222"/>
            </a:avLst>
          </a:prstGeom>
          <a:solidFill>
            <a:srgbClr val="C08A1E"/>
          </a:solidFill>
          <a:ln/>
        </p:spPr>
      </p:sp>
      <p:sp>
        <p:nvSpPr>
          <p:cNvPr id="64" name="Shape 62"/>
          <p:cNvSpPr/>
          <p:nvPr/>
        </p:nvSpPr>
        <p:spPr>
          <a:xfrm>
            <a:off x="5076825" y="4171950"/>
            <a:ext cx="28575" cy="38100"/>
          </a:xfrm>
          <a:prstGeom prst="roundRect">
            <a:avLst>
              <a:gd name="adj" fmla="val 49778"/>
            </a:avLst>
          </a:prstGeom>
          <a:solidFill>
            <a:srgbClr val="C08A1E"/>
          </a:solidFill>
          <a:ln/>
        </p:spPr>
      </p:sp>
      <p:sp>
        <p:nvSpPr>
          <p:cNvPr id="65" name="Shape 63"/>
          <p:cNvSpPr/>
          <p:nvPr/>
        </p:nvSpPr>
        <p:spPr>
          <a:xfrm>
            <a:off x="5076825" y="4486275"/>
            <a:ext cx="28575" cy="38100"/>
          </a:xfrm>
          <a:prstGeom prst="roundRect">
            <a:avLst>
              <a:gd name="adj" fmla="val 49778"/>
            </a:avLst>
          </a:prstGeom>
          <a:solidFill>
            <a:srgbClr val="C08A1E"/>
          </a:solidFill>
          <a:ln/>
        </p:spPr>
      </p:sp>
      <p:sp>
        <p:nvSpPr>
          <p:cNvPr id="66" name="Shape 64"/>
          <p:cNvSpPr/>
          <p:nvPr/>
        </p:nvSpPr>
        <p:spPr>
          <a:xfrm>
            <a:off x="404876" y="6872224"/>
            <a:ext cx="1619250" cy="647700"/>
          </a:xfrm>
          <a:prstGeom prst="roundRect">
            <a:avLst>
              <a:gd name="adj" fmla="val 11490"/>
            </a:avLst>
          </a:prstGeom>
          <a:solidFill>
            <a:srgbClr val="FFFFFF"/>
          </a:solidFill>
          <a:ln w="9525">
            <a:solidFill>
              <a:srgbClr val="E6DFCD"/>
            </a:solidFill>
            <a:prstDash val="solid"/>
          </a:ln>
        </p:spPr>
      </p:sp>
      <p:sp>
        <p:nvSpPr>
          <p:cNvPr id="67" name="Shape 65"/>
          <p:cNvSpPr/>
          <p:nvPr/>
        </p:nvSpPr>
        <p:spPr>
          <a:xfrm>
            <a:off x="2109724" y="6872224"/>
            <a:ext cx="1628775" cy="647700"/>
          </a:xfrm>
          <a:prstGeom prst="roundRect">
            <a:avLst>
              <a:gd name="adj" fmla="val 11490"/>
            </a:avLst>
          </a:prstGeom>
          <a:solidFill>
            <a:srgbClr val="FFFFFF"/>
          </a:solidFill>
          <a:ln w="9525">
            <a:solidFill>
              <a:srgbClr val="E6DFCD"/>
            </a:solidFill>
            <a:prstDash val="solid"/>
          </a:ln>
        </p:spPr>
      </p:sp>
      <p:sp>
        <p:nvSpPr>
          <p:cNvPr id="68" name="Shape 66"/>
          <p:cNvSpPr/>
          <p:nvPr/>
        </p:nvSpPr>
        <p:spPr>
          <a:xfrm>
            <a:off x="2074672" y="7153402"/>
            <a:ext cx="53848" cy="53848"/>
          </a:xfrm>
          <a:prstGeom prst="rect">
            <a:avLst/>
          </a:prstGeom>
          <a:solidFill>
            <a:srgbClr val="C08A1E"/>
          </a:solidFill>
          <a:ln/>
        </p:spPr>
      </p:sp>
      <p:sp>
        <p:nvSpPr>
          <p:cNvPr id="69" name="Shape 67"/>
          <p:cNvSpPr/>
          <p:nvPr/>
        </p:nvSpPr>
        <p:spPr>
          <a:xfrm>
            <a:off x="2074672" y="7193788"/>
            <a:ext cx="53848" cy="53848"/>
          </a:xfrm>
          <a:prstGeom prst="rect">
            <a:avLst/>
          </a:prstGeom>
          <a:solidFill>
            <a:srgbClr val="C08A1E"/>
          </a:solidFill>
          <a:ln/>
        </p:spPr>
      </p:sp>
      <p:sp>
        <p:nvSpPr>
          <p:cNvPr id="70" name="Shape 68"/>
          <p:cNvSpPr/>
          <p:nvPr/>
        </p:nvSpPr>
        <p:spPr>
          <a:xfrm>
            <a:off x="3824224" y="6872224"/>
            <a:ext cx="1628775" cy="647700"/>
          </a:xfrm>
          <a:prstGeom prst="roundRect">
            <a:avLst>
              <a:gd name="adj" fmla="val 11490"/>
            </a:avLst>
          </a:prstGeom>
          <a:solidFill>
            <a:srgbClr val="FFFFFF"/>
          </a:solidFill>
          <a:ln w="9525">
            <a:solidFill>
              <a:srgbClr val="E6DFCD"/>
            </a:solidFill>
            <a:prstDash val="solid"/>
          </a:ln>
        </p:spPr>
      </p:sp>
      <p:sp>
        <p:nvSpPr>
          <p:cNvPr id="71" name="Shape 69"/>
          <p:cNvSpPr/>
          <p:nvPr/>
        </p:nvSpPr>
        <p:spPr>
          <a:xfrm>
            <a:off x="3789172" y="7153402"/>
            <a:ext cx="53848" cy="53848"/>
          </a:xfrm>
          <a:prstGeom prst="rect">
            <a:avLst/>
          </a:prstGeom>
          <a:solidFill>
            <a:srgbClr val="C08A1E"/>
          </a:solidFill>
          <a:ln/>
        </p:spPr>
      </p:sp>
      <p:sp>
        <p:nvSpPr>
          <p:cNvPr id="72" name="Shape 70"/>
          <p:cNvSpPr/>
          <p:nvPr/>
        </p:nvSpPr>
        <p:spPr>
          <a:xfrm>
            <a:off x="3789172" y="7193788"/>
            <a:ext cx="53848" cy="53848"/>
          </a:xfrm>
          <a:prstGeom prst="rect">
            <a:avLst/>
          </a:prstGeom>
          <a:solidFill>
            <a:srgbClr val="C08A1E"/>
          </a:solidFill>
          <a:ln/>
        </p:spPr>
      </p:sp>
      <p:sp>
        <p:nvSpPr>
          <p:cNvPr id="73" name="Shape 71"/>
          <p:cNvSpPr/>
          <p:nvPr/>
        </p:nvSpPr>
        <p:spPr>
          <a:xfrm>
            <a:off x="5538724" y="6872224"/>
            <a:ext cx="1619250" cy="647700"/>
          </a:xfrm>
          <a:prstGeom prst="roundRect">
            <a:avLst>
              <a:gd name="adj" fmla="val 11490"/>
            </a:avLst>
          </a:prstGeom>
          <a:solidFill>
            <a:srgbClr val="FFFFFF"/>
          </a:solidFill>
          <a:ln w="9525">
            <a:solidFill>
              <a:srgbClr val="E6DFCD"/>
            </a:solidFill>
            <a:prstDash val="solid"/>
          </a:ln>
        </p:spPr>
      </p:sp>
      <p:sp>
        <p:nvSpPr>
          <p:cNvPr id="74" name="Shape 72"/>
          <p:cNvSpPr/>
          <p:nvPr/>
        </p:nvSpPr>
        <p:spPr>
          <a:xfrm>
            <a:off x="5503672" y="7153402"/>
            <a:ext cx="53848" cy="53848"/>
          </a:xfrm>
          <a:prstGeom prst="rect">
            <a:avLst/>
          </a:prstGeom>
          <a:solidFill>
            <a:srgbClr val="C08A1E"/>
          </a:solidFill>
          <a:ln/>
        </p:spPr>
      </p:sp>
      <p:sp>
        <p:nvSpPr>
          <p:cNvPr id="75" name="Shape 73"/>
          <p:cNvSpPr/>
          <p:nvPr/>
        </p:nvSpPr>
        <p:spPr>
          <a:xfrm>
            <a:off x="5503672" y="7193788"/>
            <a:ext cx="53848" cy="53848"/>
          </a:xfrm>
          <a:prstGeom prst="rect">
            <a:avLst/>
          </a:prstGeom>
          <a:solidFill>
            <a:srgbClr val="C08A1E"/>
          </a:solidFill>
          <a:ln/>
        </p:spPr>
      </p:sp>
      <p:pic>
        <p:nvPicPr>
          <p:cNvPr id="76" name="Image 0" descr="bookie_face">    </p:cNvPr>
          <p:cNvPicPr>
            <a:picLocks noChangeAspect="1"/>
          </p:cNvPicPr>
          <p:nvPr/>
        </p:nvPicPr>
        <p:blipFill>
          <a:blip r:embed="rId1"/>
          <a:stretch>
            <a:fillRect/>
          </a:stretch>
        </p:blipFill>
        <p:spPr>
          <a:xfrm>
            <a:off x="400050" y="209550"/>
            <a:ext cx="304800" cy="304800"/>
          </a:xfrm>
          <a:prstGeom prst="rect">
            <a:avLst/>
          </a:prstGeom>
        </p:spPr>
      </p:pic>
      <p:pic>
        <p:nvPicPr>
          <p:cNvPr id="77" name="Image 1" descr="kids_class">    </p:cNvPr>
          <p:cNvPicPr>
            <a:picLocks noChangeAspect="1"/>
          </p:cNvPicPr>
          <p:nvPr/>
        </p:nvPicPr>
        <p:blipFill>
          <a:blip r:embed="rId2"/>
          <a:stretch>
            <a:fillRect/>
          </a:stretch>
        </p:blipFill>
        <p:spPr>
          <a:xfrm>
            <a:off x="6296025" y="685800"/>
            <a:ext cx="838200" cy="847725"/>
          </a:xfrm>
          <a:prstGeom prst="rect">
            <a:avLst/>
          </a:prstGeom>
        </p:spPr>
      </p:pic>
      <p:pic>
        <p:nvPicPr>
          <p:cNvPr id="78" name="Image 2" descr="qr_bookie">    </p:cNvPr>
          <p:cNvPicPr>
            <a:picLocks noChangeAspect="1"/>
          </p:cNvPicPr>
          <p:nvPr/>
        </p:nvPicPr>
        <p:blipFill>
          <a:blip r:embed="rId3"/>
          <a:stretch>
            <a:fillRect/>
          </a:stretch>
        </p:blipFill>
        <p:spPr>
          <a:xfrm>
            <a:off x="428752" y="10201402"/>
            <a:ext cx="371221" cy="371221"/>
          </a:xfrm>
          <a:prstGeom prst="rect">
            <a:avLst/>
          </a:prstGeom>
        </p:spPr>
      </p:pic>
      <p:pic>
        <p:nvPicPr>
          <p:cNvPr id="79" name="Image 3" descr="msecm_logo">    </p:cNvPr>
          <p:cNvPicPr>
            <a:picLocks noChangeAspect="1"/>
          </p:cNvPicPr>
          <p:nvPr/>
        </p:nvPicPr>
        <p:blipFill>
          <a:blip r:embed="rId4"/>
          <a:stretch>
            <a:fillRect/>
          </a:stretch>
        </p:blipFill>
        <p:spPr>
          <a:xfrm>
            <a:off x="6372225" y="10277475"/>
            <a:ext cx="638175" cy="228600"/>
          </a:xfrm>
          <a:prstGeom prst="rect">
            <a:avLst/>
          </a:prstGeom>
        </p:spPr>
      </p:pic>
      <p:pic>
        <p:nvPicPr>
          <p:cNvPr id="80" name="Image 4" descr="class_photo">    </p:cNvPr>
          <p:cNvPicPr>
            <a:picLocks noChangeAspect="1"/>
          </p:cNvPicPr>
          <p:nvPr/>
        </p:nvPicPr>
        <p:blipFill>
          <a:blip r:embed="rId5"/>
          <a:stretch>
            <a:fillRect/>
          </a:stretch>
        </p:blipFill>
        <p:spPr>
          <a:xfrm>
            <a:off x="5581650" y="5286375"/>
            <a:ext cx="1581150" cy="1219200"/>
          </a:xfrm>
          <a:prstGeom prst="rect">
            <a:avLst/>
          </a:prstGeom>
        </p:spPr>
      </p:pic>
      <p:sp>
        <p:nvSpPr>
          <p:cNvPr id="81" name="txt-1-0"/>
          <p:cNvSpPr txBox="1"/>
          <p:nvPr/>
        </p:nvSpPr>
        <p:spPr>
          <a:xfrm>
            <a:off x="5777103" y="199136"/>
            <a:ext cx="1546225" cy="225425"/>
          </a:xfrm>
          <a:prstGeom prst="rect">
            <a:avLst/>
          </a:prstGeom>
          <a:noFill/>
          <a:ln/>
        </p:spPr>
        <p:txBody>
          <a:bodyPr wrap="square" lIns="0" tIns="0" rIns="0" bIns="0" rtlCol="0" anchor="t">
            <a:noAutofit/>
          </a:bodyPr>
          <a:lstStyle/>
          <a:p>
            <a:pPr algn="l" indent="0" marL="0">
              <a:lnSpc>
                <a:spcPts val="1365"/>
              </a:lnSpc>
              <a:buNone/>
            </a:pPr>
            <a:r>
              <a:rPr lang="ko-KR" altLang="en-US" sz="1050" spc="-5" kern="0" dirty="0" b="0">
                <a:solidFill>
                  <a:srgbClr val="F2D58A"/>
                </a:solidFill>
                <a:latin typeface="BKP2ExtraBold" pitchFamily="34" charset="0"/>
                <a:ea typeface="BKP2ExtraBold" pitchFamily="34" charset="-127"/>
                <a:cs typeface="BKP2ExtraBold" pitchFamily="34" charset="-120"/>
              </a:rPr>
              <a:t>위탁운영 제안서 한 장 요약</a:t>
            </a:r>
            <a:endParaRPr lang="en-US" sz="1050" dirty="0"/>
          </a:p>
        </p:txBody>
      </p:sp>
      <p:sp>
        <p:nvSpPr>
          <p:cNvPr id="82" name="txt-1-1"/>
          <p:cNvSpPr txBox="1"/>
          <p:nvPr/>
        </p:nvSpPr>
        <p:spPr>
          <a:xfrm>
            <a:off x="1197610" y="295148"/>
            <a:ext cx="523494" cy="203708"/>
          </a:xfrm>
          <a:prstGeom prst="rect">
            <a:avLst/>
          </a:prstGeom>
          <a:noFill/>
          <a:ln/>
        </p:spPr>
        <p:txBody>
          <a:bodyPr wrap="square" lIns="0" tIns="0" rIns="0" bIns="0" rtlCol="0" anchor="t">
            <a:noAutofit/>
          </a:bodyPr>
          <a:lstStyle/>
          <a:p>
            <a:pPr algn="l" indent="0" marL="0">
              <a:lnSpc>
                <a:spcPts val="1234"/>
              </a:lnSpc>
              <a:buNone/>
            </a:pPr>
            <a:r>
              <a:rPr lang="ko-KR" altLang="en-US" sz="949" spc="38" kern="0" dirty="0" b="0">
                <a:solidFill>
                  <a:srgbClr val="C9D6CC"/>
                </a:solidFill>
                <a:latin typeface="BKSerifRegular" pitchFamily="34" charset="0"/>
                <a:ea typeface="BKSerifRegular" pitchFamily="34" charset="-127"/>
                <a:cs typeface="BKSerifRegular" pitchFamily="34" charset="-120"/>
              </a:rPr>
              <a:t>bookie</a:t>
            </a:r>
            <a:endParaRPr lang="en-US" sz="949" dirty="0"/>
          </a:p>
        </p:txBody>
      </p:sp>
      <p:sp>
        <p:nvSpPr>
          <p:cNvPr id="83" name="txt-1-2"/>
          <p:cNvSpPr txBox="1"/>
          <p:nvPr/>
        </p:nvSpPr>
        <p:spPr>
          <a:xfrm>
            <a:off x="767842" y="265811"/>
            <a:ext cx="440182" cy="300355"/>
          </a:xfrm>
          <a:prstGeom prst="rect">
            <a:avLst/>
          </a:prstGeom>
          <a:noFill/>
          <a:ln/>
        </p:spPr>
        <p:txBody>
          <a:bodyPr wrap="square" lIns="0" tIns="0" rIns="0" bIns="0" rtlCol="0" anchor="t">
            <a:noAutofit/>
          </a:bodyPr>
          <a:lstStyle/>
          <a:p>
            <a:pPr algn="l" indent="0" marL="0">
              <a:lnSpc>
                <a:spcPts val="1819"/>
              </a:lnSpc>
              <a:buNone/>
            </a:pPr>
            <a:r>
              <a:rPr lang="ko-KR" altLang="en-US" sz="1399" b="0" dirty="0">
                <a:solidFill>
                  <a:srgbClr val="FFFFFF"/>
                </a:solidFill>
                <a:latin typeface="BKSerifBold" pitchFamily="34" charset="0"/>
                <a:ea typeface="BKSerifBold" pitchFamily="34" charset="-127"/>
                <a:cs typeface="BKSerifBold" pitchFamily="34" charset="-120"/>
              </a:rPr>
              <a:t>부기</a:t>
            </a:r>
            <a:endParaRPr lang="en-US" sz="1399" dirty="0"/>
          </a:p>
        </p:txBody>
      </p:sp>
      <p:sp>
        <p:nvSpPr>
          <p:cNvPr id="84" name="txt-1-3"/>
          <p:cNvSpPr txBox="1"/>
          <p:nvPr/>
        </p:nvSpPr>
        <p:spPr>
          <a:xfrm>
            <a:off x="4939157" y="380365"/>
            <a:ext cx="1888871" cy="176022"/>
          </a:xfrm>
          <a:prstGeom prst="rect">
            <a:avLst/>
          </a:prstGeom>
          <a:noFill/>
          <a:ln/>
        </p:spPr>
        <p:txBody>
          <a:bodyPr wrap="square" lIns="0" tIns="0" rIns="0" bIns="0" rtlCol="0" anchor="t">
            <a:noAutofit/>
          </a:bodyPr>
          <a:lstStyle/>
          <a:p>
            <a:pPr algn="l" indent="0" marL="0">
              <a:lnSpc>
                <a:spcPts val="1066"/>
              </a:lnSpc>
              <a:buNone/>
            </a:pPr>
            <a:r>
              <a:rPr lang="ko-KR" altLang="en-US" sz="820" dirty="0" b="0">
                <a:solidFill>
                  <a:srgbClr val="C9D6CC"/>
                </a:solidFill>
                <a:latin typeface="BKP2Regular" pitchFamily="34" charset="0"/>
                <a:ea typeface="BKP2Regular" pitchFamily="34" charset="-127"/>
                <a:cs typeface="BKP2Regular" pitchFamily="34" charset="-120"/>
              </a:rPr>
              <a:t>독서수업 프로그램 부기(BOOKIE) 기반</a:t>
            </a:r>
            <a:endParaRPr lang="en-US" sz="820" dirty="0"/>
          </a:p>
        </p:txBody>
      </p:sp>
      <p:sp>
        <p:nvSpPr>
          <p:cNvPr id="85" name="txt-1-4"/>
          <p:cNvSpPr txBox="1"/>
          <p:nvPr/>
        </p:nvSpPr>
        <p:spPr>
          <a:xfrm>
            <a:off x="6735445" y="380365"/>
            <a:ext cx="530479" cy="176022"/>
          </a:xfrm>
          <a:prstGeom prst="rect">
            <a:avLst/>
          </a:prstGeom>
          <a:noFill/>
          <a:ln/>
        </p:spPr>
        <p:txBody>
          <a:bodyPr wrap="square" lIns="0" tIns="0" rIns="0" bIns="0" rtlCol="0" anchor="t">
            <a:noAutofit/>
          </a:bodyPr>
          <a:lstStyle/>
          <a:p>
            <a:pPr algn="l" indent="0" marL="0">
              <a:lnSpc>
                <a:spcPts val="1066"/>
              </a:lnSpc>
              <a:buNone/>
            </a:pPr>
            <a:r>
              <a:rPr lang="ko-KR" altLang="en-US" sz="820" spc="-7" kern="0" dirty="0" b="0">
                <a:solidFill>
                  <a:srgbClr val="C9D6CC"/>
                </a:solidFill>
                <a:latin typeface="BKP2Regular" pitchFamily="34" charset="0"/>
                <a:ea typeface="BKP2Regular" pitchFamily="34" charset="-127"/>
                <a:cs typeface="BKP2Regular" pitchFamily="34" charset="-120"/>
              </a:rPr>
              <a:t>2026. 10.</a:t>
            </a:r>
            <a:endParaRPr lang="en-US" sz="820" dirty="0"/>
          </a:p>
        </p:txBody>
      </p:sp>
      <p:sp>
        <p:nvSpPr>
          <p:cNvPr id="86" name="txt-1-5"/>
          <p:cNvSpPr txBox="1"/>
          <p:nvPr/>
        </p:nvSpPr>
        <p:spPr>
          <a:xfrm>
            <a:off x="397256" y="619379"/>
            <a:ext cx="2798826" cy="722884"/>
          </a:xfrm>
          <a:prstGeom prst="rect">
            <a:avLst/>
          </a:prstGeom>
          <a:noFill/>
          <a:ln/>
        </p:spPr>
        <p:txBody>
          <a:bodyPr wrap="square" lIns="0" tIns="0" rIns="0" bIns="0" rtlCol="0" anchor="t">
            <a:noAutofit/>
          </a:bodyPr>
          <a:lstStyle/>
          <a:p>
            <a:pPr algn="l" indent="0" marL="0">
              <a:lnSpc>
                <a:spcPts val="2475"/>
              </a:lnSpc>
              <a:buNone/>
            </a:pPr>
            <a:r>
              <a:rPr lang="ko-KR" altLang="en-US" sz="1999" spc="-12" kern="0" dirty="0" b="0">
                <a:solidFill>
                  <a:srgbClr val="FFFFFF"/>
                </a:solidFill>
                <a:latin typeface="BKSerifBlack" pitchFamily="34" charset="0"/>
                <a:ea typeface="BKSerifBlack" pitchFamily="34" charset="-127"/>
                <a:cs typeface="BKSerifBlack" pitchFamily="34" charset="-120"/>
              </a:rPr>
              <a:t>읽고, 묻고, </a:t>
            </a:r>
            <a:r>
              <a:rPr lang="ko-KR" altLang="en-US" sz="1999" spc="-12" kern="0" dirty="0" b="0">
                <a:solidFill>
                  <a:srgbClr val="F2D58A"/>
                </a:solidFill>
                <a:latin typeface="BKSerifBlack" pitchFamily="34" charset="0"/>
                <a:ea typeface="BKSerifBlack" pitchFamily="34" charset="-127"/>
                <a:cs typeface="BKSerifBlack" pitchFamily="34" charset="-120"/>
              </a:rPr>
              <a:t>스스로 생각하는 아이로</a:t>
            </a:r>
            <a:endParaRPr lang="en-US" sz="1999" dirty="0"/>
          </a:p>
        </p:txBody>
      </p:sp>
      <p:sp>
        <p:nvSpPr>
          <p:cNvPr id="87" name="txt-1-6"/>
          <p:cNvSpPr txBox="1"/>
          <p:nvPr/>
        </p:nvSpPr>
        <p:spPr>
          <a:xfrm>
            <a:off x="397256" y="1275334"/>
            <a:ext cx="5026914" cy="394335"/>
          </a:xfrm>
          <a:prstGeom prst="rect">
            <a:avLst/>
          </a:prstGeom>
          <a:noFill/>
          <a:ln/>
        </p:spPr>
        <p:txBody>
          <a:bodyPr wrap="square" lIns="0" tIns="0" rIns="0" bIns="0" rtlCol="0" anchor="t">
            <a:noAutofit/>
          </a:bodyPr>
          <a:lstStyle/>
          <a:p>
            <a:pPr algn="l" indent="0" marL="0">
              <a:lnSpc>
                <a:spcPts val="1350"/>
              </a:lnSpc>
              <a:buNone/>
            </a:pPr>
            <a:r>
              <a:rPr lang="ko-KR" altLang="en-US" sz="889" spc="4" kern="0" dirty="0" b="0">
                <a:solidFill>
                  <a:srgbClr val="E3EBE5"/>
                </a:solidFill>
                <a:latin typeface="BKP2Regular" pitchFamily="34" charset="0"/>
                <a:ea typeface="BKP2Regular" pitchFamily="34" charset="-127"/>
                <a:cs typeface="BKP2Regular" pitchFamily="34" charset="-120"/>
              </a:rPr>
              <a:t>직접 읽고 생각하는 연습이 AI의 답을 판단하는 데 도움이 됩니다.</a:t>
            </a:r>
            <a:r>
              <a:rPr lang="ko-KR" altLang="en-US" sz="889" spc="4" kern="0" dirty="0" b="0">
                <a:solidFill>
                  <a:srgbClr val="E3EBE5"/>
                </a:solidFill>
                <a:latin typeface="BKP2Regular" pitchFamily="34" charset="0"/>
                <a:ea typeface="BKP2Regular" pitchFamily="34" charset="-127"/>
                <a:cs typeface="BKP2Regular" pitchFamily="34" charset="-120"/>
              </a:rPr>
              <a:t> 낯선 어휘에서 멈추지 않도록 돕고, 학급의 고민에 맞는 책을 골라 인물의 선택을 함께 이야기하는 독서수업을 제안합니다.</a:t>
            </a:r>
            <a:endParaRPr lang="en-US" sz="889" dirty="0"/>
          </a:p>
        </p:txBody>
      </p:sp>
      <p:sp>
        <p:nvSpPr>
          <p:cNvPr id="88" name="txt-1-7"/>
          <p:cNvSpPr txBox="1"/>
          <p:nvPr/>
        </p:nvSpPr>
        <p:spPr>
          <a:xfrm>
            <a:off x="460883" y="1951482"/>
            <a:ext cx="124206" cy="163068"/>
          </a:xfrm>
          <a:prstGeom prst="rect">
            <a:avLst/>
          </a:prstGeom>
          <a:noFill/>
          <a:ln/>
        </p:spPr>
        <p:txBody>
          <a:bodyPr wrap="square" lIns="0" tIns="0" rIns="0" bIns="0" rtlCol="0" anchor="t">
            <a:noAutofit/>
          </a:bodyPr>
          <a:lstStyle/>
          <a:p>
            <a:pPr algn="l" indent="0" marL="0">
              <a:lnSpc>
                <a:spcPts val="988"/>
              </a:lnSpc>
              <a:buNone/>
            </a:pPr>
            <a:r>
              <a:rPr lang="ko-KR" altLang="en-US" sz="760" b="0" dirty="0">
                <a:solidFill>
                  <a:srgbClr val="FFFFFF"/>
                </a:solidFill>
                <a:latin typeface="BKP2Bold" pitchFamily="34" charset="0"/>
                <a:ea typeface="BKP2Bold" pitchFamily="34" charset="-127"/>
                <a:cs typeface="BKP2Bold" pitchFamily="34" charset="-120"/>
              </a:rPr>
              <a:t>1</a:t>
            </a:r>
            <a:endParaRPr lang="en-US" sz="760" dirty="0"/>
          </a:p>
        </p:txBody>
      </p:sp>
      <p:sp>
        <p:nvSpPr>
          <p:cNvPr id="89" name="txt-1-8"/>
          <p:cNvSpPr txBox="1"/>
          <p:nvPr/>
        </p:nvSpPr>
        <p:spPr>
          <a:xfrm>
            <a:off x="4123436" y="1951482"/>
            <a:ext cx="138557" cy="163068"/>
          </a:xfrm>
          <a:prstGeom prst="rect">
            <a:avLst/>
          </a:prstGeom>
          <a:noFill/>
          <a:ln/>
        </p:spPr>
        <p:txBody>
          <a:bodyPr wrap="square" lIns="0" tIns="0" rIns="0" bIns="0" rtlCol="0" anchor="t">
            <a:noAutofit/>
          </a:bodyPr>
          <a:lstStyle/>
          <a:p>
            <a:pPr algn="l" indent="0" marL="0">
              <a:lnSpc>
                <a:spcPts val="988"/>
              </a:lnSpc>
              <a:buNone/>
            </a:pPr>
            <a:r>
              <a:rPr lang="ko-KR" altLang="en-US" sz="760" b="0" dirty="0">
                <a:solidFill>
                  <a:srgbClr val="FFFFFF"/>
                </a:solidFill>
                <a:latin typeface="BKP2Bold" pitchFamily="34" charset="0"/>
                <a:ea typeface="BKP2Bold" pitchFamily="34" charset="-127"/>
                <a:cs typeface="BKP2Bold" pitchFamily="34" charset="-120"/>
              </a:rPr>
              <a:t>2</a:t>
            </a:r>
            <a:endParaRPr lang="en-US" sz="760" dirty="0"/>
          </a:p>
        </p:txBody>
      </p:sp>
      <p:sp>
        <p:nvSpPr>
          <p:cNvPr id="90" name="txt-1-9"/>
          <p:cNvSpPr txBox="1"/>
          <p:nvPr/>
        </p:nvSpPr>
        <p:spPr>
          <a:xfrm>
            <a:off x="634873" y="1922907"/>
            <a:ext cx="601218" cy="227457"/>
          </a:xfrm>
          <a:prstGeom prst="rect">
            <a:avLst/>
          </a:prstGeom>
          <a:noFill/>
          <a:ln/>
        </p:spPr>
        <p:txBody>
          <a:bodyPr wrap="square" lIns="0" tIns="0" rIns="0" bIns="0" rtlCol="0" anchor="t">
            <a:noAutofit/>
          </a:bodyPr>
          <a:lstStyle/>
          <a:p>
            <a:pPr algn="l" indent="0" marL="0">
              <a:lnSpc>
                <a:spcPts val="1378"/>
              </a:lnSpc>
              <a:buNone/>
            </a:pPr>
            <a:r>
              <a:rPr lang="ko-KR" altLang="en-US" sz="1060" dirty="0" b="0">
                <a:solidFill>
                  <a:srgbClr val="1D3A2A"/>
                </a:solidFill>
                <a:latin typeface="BKP2ExtraBold" pitchFamily="34" charset="0"/>
                <a:ea typeface="BKP2ExtraBold" pitchFamily="34" charset="-127"/>
                <a:cs typeface="BKP2ExtraBold" pitchFamily="34" charset="-120"/>
              </a:rPr>
              <a:t>사업 개요</a:t>
            </a:r>
            <a:endParaRPr lang="en-US" sz="1060" dirty="0"/>
          </a:p>
        </p:txBody>
      </p:sp>
      <p:sp>
        <p:nvSpPr>
          <p:cNvPr id="91" name="txt-1-10"/>
          <p:cNvSpPr txBox="1"/>
          <p:nvPr/>
        </p:nvSpPr>
        <p:spPr>
          <a:xfrm>
            <a:off x="4304157" y="1922907"/>
            <a:ext cx="601218" cy="227457"/>
          </a:xfrm>
          <a:prstGeom prst="rect">
            <a:avLst/>
          </a:prstGeom>
          <a:noFill/>
          <a:ln/>
        </p:spPr>
        <p:txBody>
          <a:bodyPr wrap="square" lIns="0" tIns="0" rIns="0" bIns="0" rtlCol="0" anchor="t">
            <a:noAutofit/>
          </a:bodyPr>
          <a:lstStyle/>
          <a:p>
            <a:pPr algn="l" indent="0" marL="0">
              <a:lnSpc>
                <a:spcPts val="1378"/>
              </a:lnSpc>
              <a:buNone/>
            </a:pPr>
            <a:r>
              <a:rPr lang="ko-KR" altLang="en-US" sz="1060" dirty="0" b="0">
                <a:solidFill>
                  <a:srgbClr val="1D3A2A"/>
                </a:solidFill>
                <a:latin typeface="BKP2ExtraBold" pitchFamily="34" charset="0"/>
                <a:ea typeface="BKP2ExtraBold" pitchFamily="34" charset="-127"/>
                <a:cs typeface="BKP2ExtraBold" pitchFamily="34" charset="-120"/>
              </a:rPr>
              <a:t>제안 배경</a:t>
            </a:r>
            <a:endParaRPr lang="en-US" sz="1060" dirty="0"/>
          </a:p>
        </p:txBody>
      </p:sp>
      <p:sp>
        <p:nvSpPr>
          <p:cNvPr id="92" name="txt-1-11"/>
          <p:cNvSpPr txBox="1"/>
          <p:nvPr/>
        </p:nvSpPr>
        <p:spPr>
          <a:xfrm>
            <a:off x="493014" y="2218055"/>
            <a:ext cx="355219" cy="171577"/>
          </a:xfrm>
          <a:prstGeom prst="rect">
            <a:avLst/>
          </a:prstGeom>
          <a:noFill/>
          <a:ln/>
        </p:spPr>
        <p:txBody>
          <a:bodyPr wrap="square" lIns="0" tIns="0" rIns="0" bIns="0" rtlCol="0" anchor="t">
            <a:noAutofit/>
          </a:bodyPr>
          <a:lstStyle/>
          <a:p>
            <a:pPr algn="l" indent="0" marL="0">
              <a:lnSpc>
                <a:spcPts val="1039"/>
              </a:lnSpc>
              <a:buNone/>
            </a:pPr>
            <a:r>
              <a:rPr lang="ko-KR" altLang="en-US" sz="799" b="0" dirty="0">
                <a:solidFill>
                  <a:srgbClr val="F6ECD2"/>
                </a:solidFill>
                <a:latin typeface="BKP2Bold" pitchFamily="34" charset="0"/>
                <a:ea typeface="BKP2Bold" pitchFamily="34" charset="-127"/>
                <a:cs typeface="BKP2Bold" pitchFamily="34" charset="-120"/>
              </a:rPr>
              <a:t>사업명</a:t>
            </a:r>
            <a:endParaRPr lang="en-US" sz="799" dirty="0"/>
          </a:p>
        </p:txBody>
      </p:sp>
      <p:sp>
        <p:nvSpPr>
          <p:cNvPr id="93" name="txt-1-12"/>
          <p:cNvSpPr txBox="1"/>
          <p:nvPr/>
        </p:nvSpPr>
        <p:spPr>
          <a:xfrm>
            <a:off x="1094232" y="2218055"/>
            <a:ext cx="2803779" cy="171577"/>
          </a:xfrm>
          <a:prstGeom prst="rect">
            <a:avLst/>
          </a:prstGeom>
          <a:noFill/>
          <a:ln/>
        </p:spPr>
        <p:txBody>
          <a:bodyPr wrap="square" lIns="0" tIns="0" rIns="0" bIns="0" rtlCol="0" anchor="t">
            <a:noAutofit/>
          </a:bodyPr>
          <a:lstStyle/>
          <a:p>
            <a:pPr algn="l" indent="0" marL="0">
              <a:lnSpc>
                <a:spcPts val="1039"/>
              </a:lnSpc>
              <a:buNone/>
            </a:pPr>
            <a:r>
              <a:rPr lang="ko-KR" altLang="en-US" sz="799" spc="2" kern="0" dirty="0" b="0">
                <a:solidFill>
                  <a:srgbClr val="24302A"/>
                </a:solidFill>
                <a:latin typeface="BKP2Regular" pitchFamily="34" charset="0"/>
                <a:ea typeface="BKP2Regular" pitchFamily="34" charset="-127"/>
                <a:cs typeface="BKP2Regular" pitchFamily="34" charset="-120"/>
              </a:rPr>
              <a:t>독서수업 프로그램 부기 기반 독서교육 위탁운영 사업</a:t>
            </a:r>
            <a:endParaRPr lang="en-US" sz="799" dirty="0"/>
          </a:p>
        </p:txBody>
      </p:sp>
      <p:sp>
        <p:nvSpPr>
          <p:cNvPr id="94" name="txt-1-13"/>
          <p:cNvSpPr txBox="1"/>
          <p:nvPr/>
        </p:nvSpPr>
        <p:spPr>
          <a:xfrm>
            <a:off x="4169664" y="2199767"/>
            <a:ext cx="567309" cy="332486"/>
          </a:xfrm>
          <a:prstGeom prst="rect">
            <a:avLst/>
          </a:prstGeom>
          <a:noFill/>
          <a:ln/>
        </p:spPr>
        <p:txBody>
          <a:bodyPr wrap="square" lIns="0" tIns="0" rIns="0" bIns="0" rtlCol="0" anchor="t">
            <a:noAutofit/>
          </a:bodyPr>
          <a:lstStyle/>
          <a:p>
            <a:pPr algn="l" indent="0" marL="0">
              <a:lnSpc>
                <a:spcPts val="2014"/>
              </a:lnSpc>
              <a:buNone/>
            </a:pPr>
            <a:r>
              <a:rPr lang="ko-KR" altLang="en-US" sz="1549" spc="-69" kern="0" dirty="0" b="0">
                <a:solidFill>
                  <a:srgbClr val="B5452F"/>
                </a:solidFill>
                <a:latin typeface="BKP2ExtraBold" pitchFamily="34" charset="0"/>
                <a:ea typeface="BKP2ExtraBold" pitchFamily="34" charset="-127"/>
                <a:cs typeface="BKP2ExtraBold" pitchFamily="34" charset="-120"/>
              </a:rPr>
              <a:t>17.8</a:t>
            </a:r>
            <a:pPr algn="l" indent="0" marL="0">
              <a:lnSpc>
                <a:spcPts val="2014"/>
              </a:lnSpc>
              <a:buNone/>
            </a:pPr>
            <a:r>
              <a:rPr lang="ko-KR" altLang="en-US" sz="840" b="0" spc="-69" kern="0" dirty="0">
                <a:solidFill>
                  <a:srgbClr val="B5452F"/>
                </a:solidFill>
                <a:latin typeface="BKP2Bold" pitchFamily="34" charset="0"/>
                <a:ea typeface="BKP2Bold" pitchFamily="34" charset="-127"/>
                <a:cs typeface="BKP2Bold" pitchFamily="34" charset="-120"/>
              </a:rPr>
              <a:t>%</a:t>
            </a:r>
            <a:endParaRPr lang="en-US" sz="1549" dirty="0"/>
          </a:p>
        </p:txBody>
      </p:sp>
      <p:sp>
        <p:nvSpPr>
          <p:cNvPr id="95" name="txt-1-14"/>
          <p:cNvSpPr txBox="1"/>
          <p:nvPr/>
        </p:nvSpPr>
        <p:spPr>
          <a:xfrm>
            <a:off x="5750560" y="2199767"/>
            <a:ext cx="599694" cy="332486"/>
          </a:xfrm>
          <a:prstGeom prst="rect">
            <a:avLst/>
          </a:prstGeom>
          <a:noFill/>
          <a:ln/>
        </p:spPr>
        <p:txBody>
          <a:bodyPr wrap="square" lIns="0" tIns="0" rIns="0" bIns="0" rtlCol="0" anchor="t">
            <a:noAutofit/>
          </a:bodyPr>
          <a:lstStyle/>
          <a:p>
            <a:pPr algn="l" indent="0" marL="0">
              <a:lnSpc>
                <a:spcPts val="2014"/>
              </a:lnSpc>
              <a:buNone/>
            </a:pPr>
            <a:r>
              <a:rPr lang="ko-KR" altLang="en-US" sz="1549" spc="-37" kern="0" dirty="0" b="0">
                <a:solidFill>
                  <a:srgbClr val="1D3A2A"/>
                </a:solidFill>
                <a:latin typeface="BKP2ExtraBold" pitchFamily="34" charset="0"/>
                <a:ea typeface="BKP2ExtraBold" pitchFamily="34" charset="-127"/>
                <a:cs typeface="BKP2ExtraBold" pitchFamily="34" charset="-120"/>
              </a:rPr>
              <a:t>91.8</a:t>
            </a:r>
            <a:pPr algn="l" indent="0" marL="0">
              <a:lnSpc>
                <a:spcPts val="2014"/>
              </a:lnSpc>
              <a:buNone/>
            </a:pPr>
            <a:r>
              <a:rPr lang="ko-KR" altLang="en-US" sz="840" b="0" spc="-37" kern="0" dirty="0">
                <a:solidFill>
                  <a:srgbClr val="1D3A2A"/>
                </a:solidFill>
                <a:latin typeface="BKP2Bold" pitchFamily="34" charset="0"/>
                <a:ea typeface="BKP2Bold" pitchFamily="34" charset="-127"/>
                <a:cs typeface="BKP2Bold" pitchFamily="34" charset="-120"/>
              </a:rPr>
              <a:t>%</a:t>
            </a:r>
            <a:endParaRPr lang="en-US" sz="1549" dirty="0"/>
          </a:p>
        </p:txBody>
      </p:sp>
      <p:sp>
        <p:nvSpPr>
          <p:cNvPr id="96" name="txt-1-15"/>
          <p:cNvSpPr txBox="1"/>
          <p:nvPr/>
        </p:nvSpPr>
        <p:spPr>
          <a:xfrm>
            <a:off x="4169664" y="2447290"/>
            <a:ext cx="1258062" cy="306705"/>
          </a:xfrm>
          <a:prstGeom prst="rect">
            <a:avLst/>
          </a:prstGeom>
          <a:noFill/>
          <a:ln/>
        </p:spPr>
        <p:txBody>
          <a:bodyPr wrap="square" lIns="0" tIns="0" rIns="0" bIns="0" rtlCol="0" anchor="t">
            <a:noAutofit/>
          </a:bodyPr>
          <a:lstStyle/>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읽기 기초 수준 미달 학생</a:t>
            </a:r>
            <a:endParaRPr lang="en-US" sz="760" dirty="0"/>
          </a:p>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PISA 2025(2022년 14.7%)</a:t>
            </a:r>
            <a:endParaRPr lang="en-US" sz="760" dirty="0"/>
          </a:p>
        </p:txBody>
      </p:sp>
      <p:sp>
        <p:nvSpPr>
          <p:cNvPr id="97" name="txt-1-16"/>
          <p:cNvSpPr txBox="1"/>
          <p:nvPr/>
        </p:nvSpPr>
        <p:spPr>
          <a:xfrm>
            <a:off x="5750560" y="2447290"/>
            <a:ext cx="1099820" cy="306705"/>
          </a:xfrm>
          <a:prstGeom prst="rect">
            <a:avLst/>
          </a:prstGeom>
          <a:noFill/>
          <a:ln/>
        </p:spPr>
        <p:txBody>
          <a:bodyPr wrap="square" lIns="0" tIns="0" rIns="0" bIns="0" rtlCol="0" anchor="t">
            <a:noAutofit/>
          </a:bodyPr>
          <a:lstStyle/>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학생 문해력이 떨어졌다고</a:t>
            </a:r>
            <a:endParaRPr lang="en-US" sz="760" dirty="0"/>
          </a:p>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답한 교원(2024)</a:t>
            </a:r>
            <a:endParaRPr lang="en-US" sz="760" dirty="0"/>
          </a:p>
        </p:txBody>
      </p:sp>
      <p:sp>
        <p:nvSpPr>
          <p:cNvPr id="98" name="txt-1-17"/>
          <p:cNvSpPr txBox="1"/>
          <p:nvPr/>
        </p:nvSpPr>
        <p:spPr>
          <a:xfrm>
            <a:off x="1094232" y="2465959"/>
            <a:ext cx="2492375" cy="171577"/>
          </a:xfrm>
          <a:prstGeom prst="rect">
            <a:avLst/>
          </a:prstGeom>
          <a:noFill/>
          <a:ln/>
        </p:spPr>
        <p:txBody>
          <a:bodyPr wrap="square" lIns="0" tIns="0" rIns="0" bIns="0" rtlCol="0" anchor="t">
            <a:noAutofit/>
          </a:bodyPr>
          <a:lstStyle/>
          <a:p>
            <a:pPr algn="l" indent="0" marL="0">
              <a:lnSpc>
                <a:spcPts val="1039"/>
              </a:lnSpc>
              <a:buNone/>
            </a:pPr>
            <a:r>
              <a:rPr lang="ko-KR" altLang="en-US" sz="799" spc="2" kern="0" dirty="0" b="0">
                <a:solidFill>
                  <a:srgbClr val="24302A"/>
                </a:solidFill>
                <a:latin typeface="BKP2Regular" pitchFamily="34" charset="0"/>
                <a:ea typeface="BKP2Regular" pitchFamily="34" charset="-127"/>
                <a:cs typeface="BKP2Regular" pitchFamily="34" charset="-120"/>
              </a:rPr>
              <a:t>교육청이 선정한 참여 초등학교 1~6학년 학생과 담당 교원</a:t>
            </a:r>
            <a:endParaRPr lang="en-US" sz="799" dirty="0"/>
          </a:p>
        </p:txBody>
      </p:sp>
      <p:sp>
        <p:nvSpPr>
          <p:cNvPr id="99" name="txt-1-18"/>
          <p:cNvSpPr txBox="1"/>
          <p:nvPr/>
        </p:nvSpPr>
        <p:spPr>
          <a:xfrm>
            <a:off x="493014" y="2475230"/>
            <a:ext cx="473075" cy="171577"/>
          </a:xfrm>
          <a:prstGeom prst="rect">
            <a:avLst/>
          </a:prstGeom>
          <a:noFill/>
          <a:ln/>
        </p:spPr>
        <p:txBody>
          <a:bodyPr wrap="square" lIns="0" tIns="0" rIns="0" bIns="0" rtlCol="0" anchor="t">
            <a:noAutofit/>
          </a:bodyPr>
          <a:lstStyle/>
          <a:p>
            <a:pPr algn="l" indent="0" marL="0">
              <a:lnSpc>
                <a:spcPts val="1039"/>
              </a:lnSpc>
              <a:buNone/>
            </a:pPr>
            <a:r>
              <a:rPr lang="ko-KR" altLang="en-US" sz="799" b="0" dirty="0">
                <a:solidFill>
                  <a:srgbClr val="F6ECD2"/>
                </a:solidFill>
                <a:latin typeface="BKP2Bold" pitchFamily="34" charset="0"/>
                <a:ea typeface="BKP2Bold" pitchFamily="34" charset="-127"/>
                <a:cs typeface="BKP2Bold" pitchFamily="34" charset="-120"/>
              </a:rPr>
              <a:t>사업 대상</a:t>
            </a:r>
            <a:endParaRPr lang="en-US" sz="799" dirty="0"/>
          </a:p>
        </p:txBody>
      </p:sp>
      <p:sp>
        <p:nvSpPr>
          <p:cNvPr id="100" name="txt-1-19"/>
          <p:cNvSpPr txBox="1"/>
          <p:nvPr/>
        </p:nvSpPr>
        <p:spPr>
          <a:xfrm>
            <a:off x="1094232" y="2713355"/>
            <a:ext cx="2976753" cy="171577"/>
          </a:xfrm>
          <a:prstGeom prst="rect">
            <a:avLst/>
          </a:prstGeom>
          <a:noFill/>
          <a:ln/>
        </p:spPr>
        <p:txBody>
          <a:bodyPr wrap="square" lIns="0" tIns="0" rIns="0" bIns="0" rtlCol="0" anchor="t">
            <a:noAutofit/>
          </a:bodyPr>
          <a:lstStyle/>
          <a:p>
            <a:pPr algn="l" indent="0" marL="0">
              <a:lnSpc>
                <a:spcPts val="1039"/>
              </a:lnSpc>
              <a:buNone/>
            </a:pPr>
            <a:r>
              <a:rPr lang="ko-KR" altLang="en-US" sz="799" spc="2" kern="0" dirty="0" b="0">
                <a:solidFill>
                  <a:srgbClr val="24302A"/>
                </a:solidFill>
                <a:latin typeface="BKP2Regular" pitchFamily="34" charset="0"/>
                <a:ea typeface="BKP2Regular" pitchFamily="34" charset="-127"/>
                <a:cs typeface="BKP2Regular" pitchFamily="34" charset="-120"/>
              </a:rPr>
              <a:t>부기 서비스 6가지, 교원 연수, 학교별 운영관리 10개 항목, 성과 보고</a:t>
            </a:r>
            <a:endParaRPr lang="en-US" sz="799" dirty="0"/>
          </a:p>
        </p:txBody>
      </p:sp>
      <p:sp>
        <p:nvSpPr>
          <p:cNvPr id="101" name="txt-1-20"/>
          <p:cNvSpPr txBox="1"/>
          <p:nvPr/>
        </p:nvSpPr>
        <p:spPr>
          <a:xfrm>
            <a:off x="493014" y="2723007"/>
            <a:ext cx="473075" cy="171577"/>
          </a:xfrm>
          <a:prstGeom prst="rect">
            <a:avLst/>
          </a:prstGeom>
          <a:noFill/>
          <a:ln/>
        </p:spPr>
        <p:txBody>
          <a:bodyPr wrap="square" lIns="0" tIns="0" rIns="0" bIns="0" rtlCol="0" anchor="t">
            <a:noAutofit/>
          </a:bodyPr>
          <a:lstStyle/>
          <a:p>
            <a:pPr algn="l" indent="0" marL="0">
              <a:lnSpc>
                <a:spcPts val="1039"/>
              </a:lnSpc>
              <a:buNone/>
            </a:pPr>
            <a:r>
              <a:rPr lang="ko-KR" altLang="en-US" sz="799" b="0" dirty="0">
                <a:solidFill>
                  <a:srgbClr val="F6ECD2"/>
                </a:solidFill>
                <a:latin typeface="BKP2Bold" pitchFamily="34" charset="0"/>
                <a:ea typeface="BKP2Bold" pitchFamily="34" charset="-127"/>
                <a:cs typeface="BKP2Bold" pitchFamily="34" charset="-120"/>
              </a:rPr>
              <a:t>제공 내용</a:t>
            </a:r>
            <a:endParaRPr lang="en-US" sz="799" dirty="0"/>
          </a:p>
        </p:txBody>
      </p:sp>
      <p:sp>
        <p:nvSpPr>
          <p:cNvPr id="102" name="txt-1-21"/>
          <p:cNvSpPr txBox="1"/>
          <p:nvPr/>
        </p:nvSpPr>
        <p:spPr>
          <a:xfrm>
            <a:off x="1094232" y="2970530"/>
            <a:ext cx="2803779" cy="171577"/>
          </a:xfrm>
          <a:prstGeom prst="rect">
            <a:avLst/>
          </a:prstGeom>
          <a:noFill/>
          <a:ln/>
        </p:spPr>
        <p:txBody>
          <a:bodyPr wrap="square" lIns="0" tIns="0" rIns="0" bIns="0" rtlCol="0" anchor="t">
            <a:noAutofit/>
          </a:bodyPr>
          <a:lstStyle/>
          <a:p>
            <a:pPr algn="l" indent="0" marL="0">
              <a:lnSpc>
                <a:spcPts val="1039"/>
              </a:lnSpc>
              <a:buNone/>
            </a:pPr>
            <a:r>
              <a:rPr lang="ko-KR" altLang="en-US" sz="799" spc="2" kern="0" dirty="0" b="0">
                <a:solidFill>
                  <a:srgbClr val="24302A"/>
                </a:solidFill>
                <a:latin typeface="BKP2Regular" pitchFamily="34" charset="0"/>
                <a:ea typeface="BKP2Regular" pitchFamily="34" charset="-127"/>
                <a:cs typeface="BKP2Regular" pitchFamily="34" charset="-120"/>
              </a:rPr>
              <a:t>독서교육 위탁운영(플랫폼, 연수, 학교별 운영관리, 성과 보고)</a:t>
            </a:r>
            <a:endParaRPr lang="en-US" sz="799" dirty="0"/>
          </a:p>
        </p:txBody>
      </p:sp>
      <p:sp>
        <p:nvSpPr>
          <p:cNvPr id="103" name="txt-1-22"/>
          <p:cNvSpPr txBox="1"/>
          <p:nvPr/>
        </p:nvSpPr>
        <p:spPr>
          <a:xfrm>
            <a:off x="493014" y="2980055"/>
            <a:ext cx="473075" cy="171577"/>
          </a:xfrm>
          <a:prstGeom prst="rect">
            <a:avLst/>
          </a:prstGeom>
          <a:noFill/>
          <a:ln/>
        </p:spPr>
        <p:txBody>
          <a:bodyPr wrap="square" lIns="0" tIns="0" rIns="0" bIns="0" rtlCol="0" anchor="t">
            <a:noAutofit/>
          </a:bodyPr>
          <a:lstStyle/>
          <a:p>
            <a:pPr algn="l" indent="0" marL="0">
              <a:lnSpc>
                <a:spcPts val="1039"/>
              </a:lnSpc>
              <a:buNone/>
            </a:pPr>
            <a:r>
              <a:rPr lang="ko-KR" altLang="en-US" sz="799" b="0" dirty="0">
                <a:solidFill>
                  <a:srgbClr val="F6ECD2"/>
                </a:solidFill>
                <a:latin typeface="BKP2Bold" pitchFamily="34" charset="0"/>
                <a:ea typeface="BKP2Bold" pitchFamily="34" charset="-127"/>
                <a:cs typeface="BKP2Bold" pitchFamily="34" charset="-120"/>
              </a:rPr>
              <a:t>운영 방식</a:t>
            </a:r>
            <a:endParaRPr lang="en-US" sz="799" dirty="0"/>
          </a:p>
        </p:txBody>
      </p:sp>
      <p:sp>
        <p:nvSpPr>
          <p:cNvPr id="104" name="txt-1-23"/>
          <p:cNvSpPr txBox="1"/>
          <p:nvPr/>
        </p:nvSpPr>
        <p:spPr>
          <a:xfrm>
            <a:off x="4169664" y="2895219"/>
            <a:ext cx="657098" cy="332486"/>
          </a:xfrm>
          <a:prstGeom prst="rect">
            <a:avLst/>
          </a:prstGeom>
          <a:noFill/>
          <a:ln/>
        </p:spPr>
        <p:txBody>
          <a:bodyPr wrap="square" lIns="0" tIns="0" rIns="0" bIns="0" rtlCol="0" anchor="t">
            <a:noAutofit/>
          </a:bodyPr>
          <a:lstStyle/>
          <a:p>
            <a:pPr algn="l" indent="0" marL="0">
              <a:lnSpc>
                <a:spcPts val="2014"/>
              </a:lnSpc>
              <a:buNone/>
            </a:pPr>
            <a:r>
              <a:rPr lang="ko-KR" altLang="en-US" sz="1549" spc="-11" kern="0" dirty="0" b="0">
                <a:solidFill>
                  <a:srgbClr val="B5452F"/>
                </a:solidFill>
                <a:latin typeface="BKP2ExtraBold" pitchFamily="34" charset="0"/>
                <a:ea typeface="BKP2ExtraBold" pitchFamily="34" charset="-127"/>
                <a:cs typeface="BKP2ExtraBold" pitchFamily="34" charset="-120"/>
              </a:rPr>
              <a:t>44.4</a:t>
            </a:r>
            <a:pPr algn="l" indent="0" marL="0">
              <a:lnSpc>
                <a:spcPts val="2014"/>
              </a:lnSpc>
              <a:buNone/>
            </a:pPr>
            <a:r>
              <a:rPr lang="ko-KR" altLang="en-US" sz="840" b="0" spc="-11" kern="0" dirty="0">
                <a:solidFill>
                  <a:srgbClr val="B5452F"/>
                </a:solidFill>
                <a:latin typeface="BKP2Bold" pitchFamily="34" charset="0"/>
                <a:ea typeface="BKP2Bold" pitchFamily="34" charset="-127"/>
                <a:cs typeface="BKP2Bold" pitchFamily="34" charset="-120"/>
              </a:rPr>
              <a:t>%</a:t>
            </a:r>
            <a:endParaRPr lang="en-US" sz="1549" dirty="0"/>
          </a:p>
        </p:txBody>
      </p:sp>
      <p:sp>
        <p:nvSpPr>
          <p:cNvPr id="105" name="txt-1-24"/>
          <p:cNvSpPr txBox="1"/>
          <p:nvPr/>
        </p:nvSpPr>
        <p:spPr>
          <a:xfrm>
            <a:off x="5750560" y="2895219"/>
            <a:ext cx="861060" cy="332486"/>
          </a:xfrm>
          <a:prstGeom prst="rect">
            <a:avLst/>
          </a:prstGeom>
          <a:noFill/>
          <a:ln/>
        </p:spPr>
        <p:txBody>
          <a:bodyPr wrap="square" lIns="0" tIns="0" rIns="0" bIns="0" rtlCol="0" anchor="t">
            <a:noAutofit/>
          </a:bodyPr>
          <a:lstStyle/>
          <a:p>
            <a:pPr algn="l" indent="0" marL="0">
              <a:lnSpc>
                <a:spcPts val="2014"/>
              </a:lnSpc>
              <a:buNone/>
            </a:pPr>
            <a:r>
              <a:rPr lang="ko-KR" altLang="en-US" sz="1549" spc="-32" kern="0" dirty="0" b="0">
                <a:solidFill>
                  <a:srgbClr val="2E7A4E"/>
                </a:solidFill>
                <a:latin typeface="BKP2ExtraBold" pitchFamily="34" charset="0"/>
                <a:ea typeface="BKP2ExtraBold" pitchFamily="34" charset="-127"/>
                <a:cs typeface="BKP2ExtraBold" pitchFamily="34" charset="-120"/>
              </a:rPr>
              <a:t>함께 읽기</a:t>
            </a:r>
            <a:endParaRPr lang="en-US" sz="1549" dirty="0"/>
          </a:p>
        </p:txBody>
      </p:sp>
      <p:sp>
        <p:nvSpPr>
          <p:cNvPr id="106" name="txt-1-25"/>
          <p:cNvSpPr txBox="1"/>
          <p:nvPr/>
        </p:nvSpPr>
        <p:spPr>
          <a:xfrm>
            <a:off x="4169664" y="3142361"/>
            <a:ext cx="1317244" cy="306705"/>
          </a:xfrm>
          <a:prstGeom prst="rect">
            <a:avLst/>
          </a:prstGeom>
          <a:noFill/>
          <a:ln/>
        </p:spPr>
        <p:txBody>
          <a:bodyPr wrap="square" lIns="0" tIns="0" rIns="0" bIns="0" rtlCol="0" anchor="t">
            <a:noAutofit/>
          </a:bodyPr>
          <a:lstStyle/>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초등학생 독서 긍정 인식</a:t>
            </a:r>
            <a:endParaRPr lang="en-US" sz="760" dirty="0"/>
          </a:p>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(2023, 4년 사이 6.9%p 하락)</a:t>
            </a:r>
            <a:endParaRPr lang="en-US" sz="760" dirty="0"/>
          </a:p>
        </p:txBody>
      </p:sp>
      <p:sp>
        <p:nvSpPr>
          <p:cNvPr id="107" name="txt-1-26"/>
          <p:cNvSpPr txBox="1"/>
          <p:nvPr/>
        </p:nvSpPr>
        <p:spPr>
          <a:xfrm>
            <a:off x="5750560" y="3142361"/>
            <a:ext cx="1126109" cy="306705"/>
          </a:xfrm>
          <a:prstGeom prst="rect">
            <a:avLst/>
          </a:prstGeom>
          <a:noFill/>
          <a:ln/>
        </p:spPr>
        <p:txBody>
          <a:bodyPr wrap="square" lIns="0" tIns="0" rIns="0" bIns="0" rtlCol="0" anchor="t">
            <a:noAutofit/>
          </a:bodyPr>
          <a:lstStyle/>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낱말 뜻 확인, 인물과 대화, 독후 표현</a:t>
            </a:r>
            <a:r>
              <a:rPr lang="ko-KR" altLang="en-US" sz="760" dirty="0" b="0">
                <a:solidFill>
                  <a:srgbClr val="4C574F"/>
                </a:solidFill>
                <a:latin typeface="BKP2Regular" pitchFamily="34" charset="0"/>
                <a:ea typeface="BKP2Regular" pitchFamily="34" charset="-127"/>
                <a:cs typeface="BKP2Regular" pitchFamily="34" charset="-120"/>
              </a:rPr>
              <a:t>. 학급 고민으로 질문</a:t>
            </a:r>
            <a:endParaRPr lang="en-US" sz="760" dirty="0"/>
          </a:p>
        </p:txBody>
      </p:sp>
      <p:sp>
        <p:nvSpPr>
          <p:cNvPr id="108" name="txt-1-27"/>
          <p:cNvSpPr txBox="1"/>
          <p:nvPr/>
        </p:nvSpPr>
        <p:spPr>
          <a:xfrm>
            <a:off x="1094232" y="3218307"/>
            <a:ext cx="2630043" cy="171577"/>
          </a:xfrm>
          <a:prstGeom prst="rect">
            <a:avLst/>
          </a:prstGeom>
          <a:noFill/>
          <a:ln/>
        </p:spPr>
        <p:txBody>
          <a:bodyPr wrap="square" lIns="0" tIns="0" rIns="0" bIns="0" rtlCol="0" anchor="t">
            <a:noAutofit/>
          </a:bodyPr>
          <a:lstStyle/>
          <a:p>
            <a:pPr algn="l" indent="0" marL="0">
              <a:lnSpc>
                <a:spcPts val="1039"/>
              </a:lnSpc>
              <a:buNone/>
            </a:pPr>
            <a:r>
              <a:rPr lang="ko-KR" altLang="en-US" sz="799" dirty="0" b="0">
                <a:solidFill>
                  <a:srgbClr val="24302A"/>
                </a:solidFill>
                <a:latin typeface="BKP2Regular" pitchFamily="34" charset="0"/>
                <a:ea typeface="BKP2Regular" pitchFamily="34" charset="-127"/>
                <a:cs typeface="BKP2Regular" pitchFamily="34" charset="-120"/>
              </a:rPr>
              <a:t>학급 규모 4개 구간 차등, </a:t>
            </a:r>
            <a:pPr algn="l" indent="0" marL="0">
              <a:lnSpc>
                <a:spcPts val="1039"/>
              </a:lnSpc>
              <a:buNone/>
            </a:pPr>
            <a:r>
              <a:rPr lang="ko-KR" altLang="en-US" sz="799" b="0" dirty="0">
                <a:solidFill>
                  <a:srgbClr val="2E7A4E"/>
                </a:solidFill>
                <a:latin typeface="BKP2Bold" pitchFamily="34" charset="0"/>
                <a:ea typeface="BKP2Bold" pitchFamily="34" charset="-127"/>
                <a:cs typeface="BKP2Bold" pitchFamily="34" charset="-120"/>
              </a:rPr>
              <a:t>학교당 연 500만~2,000만 원(안)</a:t>
            </a:r>
            <a:endParaRPr lang="en-US" sz="799" dirty="0"/>
          </a:p>
        </p:txBody>
      </p:sp>
      <p:sp>
        <p:nvSpPr>
          <p:cNvPr id="109" name="txt-1-28"/>
          <p:cNvSpPr txBox="1"/>
          <p:nvPr/>
        </p:nvSpPr>
        <p:spPr>
          <a:xfrm>
            <a:off x="493014" y="3227578"/>
            <a:ext cx="355219" cy="171577"/>
          </a:xfrm>
          <a:prstGeom prst="rect">
            <a:avLst/>
          </a:prstGeom>
          <a:noFill/>
          <a:ln/>
        </p:spPr>
        <p:txBody>
          <a:bodyPr wrap="square" lIns="0" tIns="0" rIns="0" bIns="0" rtlCol="0" anchor="t">
            <a:noAutofit/>
          </a:bodyPr>
          <a:lstStyle/>
          <a:p>
            <a:pPr algn="l" indent="0" marL="0">
              <a:lnSpc>
                <a:spcPts val="1039"/>
              </a:lnSpc>
              <a:buNone/>
            </a:pPr>
            <a:r>
              <a:rPr lang="ko-KR" altLang="en-US" sz="799" b="0" dirty="0">
                <a:solidFill>
                  <a:srgbClr val="F6ECD2"/>
                </a:solidFill>
                <a:latin typeface="BKP2Bold" pitchFamily="34" charset="0"/>
                <a:ea typeface="BKP2Bold" pitchFamily="34" charset="-127"/>
                <a:cs typeface="BKP2Bold" pitchFamily="34" charset="-120"/>
              </a:rPr>
              <a:t>사업비</a:t>
            </a:r>
            <a:endParaRPr lang="en-US" sz="799" dirty="0"/>
          </a:p>
        </p:txBody>
      </p:sp>
      <p:sp>
        <p:nvSpPr>
          <p:cNvPr id="110" name="txt-1-29"/>
          <p:cNvSpPr txBox="1"/>
          <p:nvPr/>
        </p:nvSpPr>
        <p:spPr>
          <a:xfrm>
            <a:off x="452882" y="3646678"/>
            <a:ext cx="141605" cy="163068"/>
          </a:xfrm>
          <a:prstGeom prst="rect">
            <a:avLst/>
          </a:prstGeom>
          <a:noFill/>
          <a:ln/>
        </p:spPr>
        <p:txBody>
          <a:bodyPr wrap="square" lIns="0" tIns="0" rIns="0" bIns="0" rtlCol="0" anchor="t">
            <a:noAutofit/>
          </a:bodyPr>
          <a:lstStyle/>
          <a:p>
            <a:pPr algn="l" indent="0" marL="0">
              <a:lnSpc>
                <a:spcPts val="988"/>
              </a:lnSpc>
              <a:buNone/>
            </a:pPr>
            <a:r>
              <a:rPr lang="ko-KR" altLang="en-US" sz="760" b="0" dirty="0">
                <a:solidFill>
                  <a:srgbClr val="FFFFFF"/>
                </a:solidFill>
                <a:latin typeface="BKP2Bold" pitchFamily="34" charset="0"/>
                <a:ea typeface="BKP2Bold" pitchFamily="34" charset="-127"/>
                <a:cs typeface="BKP2Bold" pitchFamily="34" charset="-120"/>
              </a:rPr>
              <a:t>3</a:t>
            </a:r>
            <a:endParaRPr lang="en-US" sz="760" dirty="0"/>
          </a:p>
        </p:txBody>
      </p:sp>
      <p:sp>
        <p:nvSpPr>
          <p:cNvPr id="111" name="txt-1-30"/>
          <p:cNvSpPr txBox="1"/>
          <p:nvPr/>
        </p:nvSpPr>
        <p:spPr>
          <a:xfrm>
            <a:off x="634873" y="3618230"/>
            <a:ext cx="879729" cy="227457"/>
          </a:xfrm>
          <a:prstGeom prst="rect">
            <a:avLst/>
          </a:prstGeom>
          <a:noFill/>
          <a:ln/>
        </p:spPr>
        <p:txBody>
          <a:bodyPr wrap="square" lIns="0" tIns="0" rIns="0" bIns="0" rtlCol="0" anchor="t">
            <a:noAutofit/>
          </a:bodyPr>
          <a:lstStyle/>
          <a:p>
            <a:pPr algn="l" indent="0" marL="0">
              <a:lnSpc>
                <a:spcPts val="1378"/>
              </a:lnSpc>
              <a:buNone/>
            </a:pPr>
            <a:r>
              <a:rPr lang="ko-KR" altLang="en-US" sz="1060" dirty="0" b="0">
                <a:solidFill>
                  <a:srgbClr val="1D3A2A"/>
                </a:solidFill>
                <a:latin typeface="BKP2ExtraBold" pitchFamily="34" charset="0"/>
                <a:ea typeface="BKP2ExtraBold" pitchFamily="34" charset="-127"/>
                <a:cs typeface="BKP2ExtraBold" pitchFamily="34" charset="-120"/>
              </a:rPr>
              <a:t>부기 도입 효과</a:t>
            </a:r>
            <a:endParaRPr lang="en-US" sz="1060" dirty="0"/>
          </a:p>
        </p:txBody>
      </p:sp>
      <p:sp>
        <p:nvSpPr>
          <p:cNvPr id="112" name="txt-1-31"/>
          <p:cNvSpPr txBox="1"/>
          <p:nvPr/>
        </p:nvSpPr>
        <p:spPr>
          <a:xfrm>
            <a:off x="507492" y="3885692"/>
            <a:ext cx="283210" cy="190881"/>
          </a:xfrm>
          <a:prstGeom prst="rect">
            <a:avLst/>
          </a:prstGeom>
          <a:noFill/>
          <a:ln/>
        </p:spPr>
        <p:txBody>
          <a:bodyPr wrap="square" lIns="0" tIns="0" rIns="0" bIns="0" rtlCol="0" anchor="t">
            <a:noAutofit/>
          </a:bodyPr>
          <a:lstStyle/>
          <a:p>
            <a:pPr algn="l" indent="0" marL="0">
              <a:lnSpc>
                <a:spcPts val="1156"/>
              </a:lnSpc>
              <a:buNone/>
            </a:pPr>
            <a:r>
              <a:rPr lang="ko-KR" altLang="en-US" sz="889" dirty="0" b="0">
                <a:solidFill>
                  <a:srgbClr val="FFFFFF"/>
                </a:solidFill>
                <a:latin typeface="BKP2ExtraBold" pitchFamily="34" charset="0"/>
                <a:ea typeface="BKP2ExtraBold" pitchFamily="34" charset="-127"/>
                <a:cs typeface="BKP2ExtraBold" pitchFamily="34" charset="-120"/>
              </a:rPr>
              <a:t>학생</a:t>
            </a:r>
            <a:endParaRPr lang="en-US" sz="889" dirty="0"/>
          </a:p>
        </p:txBody>
      </p:sp>
      <p:sp>
        <p:nvSpPr>
          <p:cNvPr id="113" name="txt-1-32"/>
          <p:cNvSpPr txBox="1"/>
          <p:nvPr/>
        </p:nvSpPr>
        <p:spPr>
          <a:xfrm>
            <a:off x="2789428" y="3885692"/>
            <a:ext cx="283210" cy="190881"/>
          </a:xfrm>
          <a:prstGeom prst="rect">
            <a:avLst/>
          </a:prstGeom>
          <a:noFill/>
          <a:ln/>
        </p:spPr>
        <p:txBody>
          <a:bodyPr wrap="square" lIns="0" tIns="0" rIns="0" bIns="0" rtlCol="0" anchor="t">
            <a:noAutofit/>
          </a:bodyPr>
          <a:lstStyle/>
          <a:p>
            <a:pPr algn="l" indent="0" marL="0">
              <a:lnSpc>
                <a:spcPts val="1156"/>
              </a:lnSpc>
              <a:buNone/>
            </a:pPr>
            <a:r>
              <a:rPr lang="ko-KR" altLang="en-US" sz="889" dirty="0" b="0">
                <a:solidFill>
                  <a:srgbClr val="FFFFFF"/>
                </a:solidFill>
                <a:latin typeface="BKP2ExtraBold" pitchFamily="34" charset="0"/>
                <a:ea typeface="BKP2ExtraBold" pitchFamily="34" charset="-127"/>
                <a:cs typeface="BKP2ExtraBold" pitchFamily="34" charset="-120"/>
              </a:rPr>
              <a:t>교사</a:t>
            </a:r>
            <a:endParaRPr lang="en-US" sz="889" dirty="0"/>
          </a:p>
        </p:txBody>
      </p:sp>
      <p:sp>
        <p:nvSpPr>
          <p:cNvPr id="114" name="txt-1-33"/>
          <p:cNvSpPr txBox="1"/>
          <p:nvPr/>
        </p:nvSpPr>
        <p:spPr>
          <a:xfrm>
            <a:off x="5071364" y="3885692"/>
            <a:ext cx="723900" cy="190881"/>
          </a:xfrm>
          <a:prstGeom prst="rect">
            <a:avLst/>
          </a:prstGeom>
          <a:noFill/>
          <a:ln/>
        </p:spPr>
        <p:txBody>
          <a:bodyPr wrap="square" lIns="0" tIns="0" rIns="0" bIns="0" rtlCol="0" anchor="t">
            <a:noAutofit/>
          </a:bodyPr>
          <a:lstStyle/>
          <a:p>
            <a:pPr algn="l" indent="0" marL="0">
              <a:lnSpc>
                <a:spcPts val="1156"/>
              </a:lnSpc>
              <a:buNone/>
            </a:pPr>
            <a:r>
              <a:rPr lang="ko-KR" altLang="en-US" sz="889" dirty="0" b="0">
                <a:solidFill>
                  <a:srgbClr val="FFFFFF"/>
                </a:solidFill>
                <a:latin typeface="BKP2ExtraBold" pitchFamily="34" charset="0"/>
                <a:ea typeface="BKP2ExtraBold" pitchFamily="34" charset="-127"/>
                <a:cs typeface="BKP2ExtraBold" pitchFamily="34" charset="-120"/>
              </a:rPr>
              <a:t>학교와 교육청</a:t>
            </a:r>
            <a:endParaRPr lang="en-US" sz="889" dirty="0"/>
          </a:p>
        </p:txBody>
      </p:sp>
      <p:sp>
        <p:nvSpPr>
          <p:cNvPr id="115" name="txt-1-34"/>
          <p:cNvSpPr txBox="1"/>
          <p:nvPr/>
        </p:nvSpPr>
        <p:spPr>
          <a:xfrm>
            <a:off x="593852" y="4113784"/>
            <a:ext cx="2051939" cy="328676"/>
          </a:xfrm>
          <a:prstGeom prst="rect">
            <a:avLst/>
          </a:prstGeom>
          <a:noFill/>
          <a:ln/>
        </p:spPr>
        <p:txBody>
          <a:bodyPr wrap="square" lIns="0" tIns="0" rIns="0" bIns="0" rtlCol="0" anchor="t">
            <a:noAutofit/>
          </a:bodyPr>
          <a:lstStyle/>
          <a:p>
            <a:pPr algn="l" indent="0" marL="0">
              <a:lnSpc>
                <a:spcPts val="1125"/>
              </a:lnSpc>
              <a:buNone/>
            </a:pPr>
            <a:r>
              <a:rPr lang="ko-KR" altLang="en-US" sz="780" spc="-2" kern="0" dirty="0" b="0">
                <a:solidFill>
                  <a:srgbClr val="4C574F"/>
                </a:solidFill>
                <a:latin typeface="BKP2Regular" pitchFamily="34" charset="0"/>
                <a:ea typeface="BKP2Regular" pitchFamily="34" charset="-127"/>
                <a:cs typeface="BKP2Regular" pitchFamily="34" charset="-120"/>
              </a:rPr>
              <a:t>모르는 낱말을 눌러 뜻을 보며 </a:t>
            </a:r>
            <a:pPr algn="l" indent="0" marL="0">
              <a:lnSpc>
                <a:spcPts val="1125"/>
              </a:lnSpc>
              <a:buNone/>
            </a:pPr>
            <a:r>
              <a:rPr lang="ko-KR" altLang="en-US" sz="780" b="0" spc="-2" kern="0" dirty="0">
                <a:solidFill>
                  <a:srgbClr val="24302A"/>
                </a:solidFill>
                <a:latin typeface="BKP2Bold" pitchFamily="34" charset="0"/>
                <a:ea typeface="BKP2Bold" pitchFamily="34" charset="-127"/>
                <a:cs typeface="BKP2Bold" pitchFamily="34" charset="-120"/>
              </a:rPr>
              <a:t>학년별 50권, 모두</a:t>
            </a:r>
            <a:endParaRPr lang="en-US" sz="780" dirty="0"/>
          </a:p>
          <a:p>
            <a:pPr algn="l" indent="0" marL="0">
              <a:lnSpc>
                <a:spcPts val="1125"/>
              </a:lnSpc>
              <a:buNone/>
            </a:pPr>
            <a:r>
              <a:rPr lang="ko-KR" altLang="en-US" sz="780" b="0" spc="-2" kern="0" dirty="0">
                <a:solidFill>
                  <a:srgbClr val="24302A"/>
                </a:solidFill>
                <a:latin typeface="BKP2Bold" pitchFamily="34" charset="0"/>
                <a:ea typeface="BKP2Bold" pitchFamily="34" charset="-127"/>
                <a:cs typeface="BKP2Bold" pitchFamily="34" charset="-120"/>
              </a:rPr>
              <a:t>300권</a:t>
            </a:r>
            <a:pPr algn="l" indent="0" marL="0">
              <a:lnSpc>
                <a:spcPts val="1125"/>
              </a:lnSpc>
              <a:buNone/>
            </a:pPr>
            <a:r>
              <a:rPr lang="ko-KR" altLang="en-US" sz="780" spc="-2" kern="0" dirty="0" b="0">
                <a:solidFill>
                  <a:srgbClr val="4C574F"/>
                </a:solidFill>
                <a:latin typeface="BKP2Regular" pitchFamily="34" charset="0"/>
                <a:ea typeface="BKP2Regular" pitchFamily="34" charset="-127"/>
                <a:cs typeface="BKP2Regular" pitchFamily="34" charset="-120"/>
              </a:rPr>
              <a:t>을 읽습니다.</a:t>
            </a:r>
            <a:endParaRPr lang="en-US" sz="780" dirty="0"/>
          </a:p>
        </p:txBody>
      </p:sp>
      <p:sp>
        <p:nvSpPr>
          <p:cNvPr id="116" name="txt-1-35"/>
          <p:cNvSpPr txBox="1"/>
          <p:nvPr/>
        </p:nvSpPr>
        <p:spPr>
          <a:xfrm>
            <a:off x="2875788" y="4113784"/>
            <a:ext cx="2047113" cy="471424"/>
          </a:xfrm>
          <a:prstGeom prst="rect">
            <a:avLst/>
          </a:prstGeom>
          <a:noFill/>
          <a:ln/>
        </p:spPr>
        <p:txBody>
          <a:bodyPr wrap="square" lIns="0" tIns="0" rIns="0" bIns="0" rtlCol="0" anchor="t">
            <a:noAutofit/>
          </a:bodyPr>
          <a:lstStyle/>
          <a:p>
            <a:pPr algn="l" indent="0" marL="0">
              <a:lnSpc>
                <a:spcPts val="1125"/>
              </a:lnSpc>
              <a:buNone/>
            </a:pPr>
            <a:r>
              <a:rPr lang="ko-KR" altLang="en-US" sz="780" b="0" dirty="0">
                <a:solidFill>
                  <a:srgbClr val="24302A"/>
                </a:solidFill>
                <a:latin typeface="BKP2Bold" pitchFamily="34" charset="0"/>
                <a:ea typeface="BKP2Bold" pitchFamily="34" charset="-127"/>
                <a:cs typeface="BKP2Bold" pitchFamily="34" charset="-120"/>
              </a:rPr>
              <a:t>학급 고민에서 책과 질문을 고릅니다.</a:t>
            </a:r>
            <a:r>
              <a:rPr lang="ko-KR" altLang="en-US" sz="780" b="0" dirty="0">
                <a:solidFill>
                  <a:srgbClr val="24302A"/>
                </a:solidFill>
                <a:latin typeface="BKP2Bold" pitchFamily="34" charset="0"/>
                <a:ea typeface="BKP2Bold" pitchFamily="34" charset="-127"/>
                <a:cs typeface="BKP2Bold" pitchFamily="34" charset="-120"/>
              </a:rPr>
              <a:t> 준비 시간을 줄이고 수업을 다듬습니다.</a:t>
            </a:r>
            <a:r>
              <a:rPr lang="ko-KR" altLang="en-US" sz="780" b="0" dirty="0">
                <a:solidFill>
                  <a:srgbClr val="24302A"/>
                </a:solidFill>
                <a:latin typeface="BKP2Bold" pitchFamily="34" charset="0"/>
                <a:ea typeface="BKP2Bold" pitchFamily="34" charset="-127"/>
                <a:cs typeface="BKP2Bold" pitchFamily="34" charset="-120"/>
              </a:rPr>
              <a:t> 학생 답을 살펴 다음 수업을 고칩니다.</a:t>
            </a:r>
            <a:endParaRPr lang="en-US" sz="780" dirty="0"/>
          </a:p>
        </p:txBody>
      </p:sp>
      <p:sp>
        <p:nvSpPr>
          <p:cNvPr id="117" name="txt-1-36"/>
          <p:cNvSpPr txBox="1"/>
          <p:nvPr/>
        </p:nvSpPr>
        <p:spPr>
          <a:xfrm>
            <a:off x="5157724" y="4113784"/>
            <a:ext cx="1976374" cy="328676"/>
          </a:xfrm>
          <a:prstGeom prst="rect">
            <a:avLst/>
          </a:prstGeom>
          <a:noFill/>
          <a:ln/>
        </p:spPr>
        <p:txBody>
          <a:bodyPr wrap="square" lIns="0" tIns="0" rIns="0" bIns="0" rtlCol="0" anchor="t">
            <a:noAutofit/>
          </a:bodyPr>
          <a:lstStyle/>
          <a:p>
            <a:pPr algn="l" indent="0" marL="0">
              <a:lnSpc>
                <a:spcPts val="1125"/>
              </a:lnSpc>
              <a:buNone/>
            </a:pPr>
            <a:r>
              <a:rPr lang="ko-KR" altLang="en-US" sz="780" spc="-2" kern="0" dirty="0" b="0">
                <a:solidFill>
                  <a:srgbClr val="4C574F"/>
                </a:solidFill>
                <a:latin typeface="BKP2Regular" pitchFamily="34" charset="0"/>
                <a:ea typeface="BKP2Regular" pitchFamily="34" charset="-127"/>
                <a:cs typeface="BKP2Regular" pitchFamily="34" charset="-120"/>
              </a:rPr>
              <a:t>학교별 완독, 완독률, 어휘력 변화를 </a:t>
            </a:r>
            <a:pPr algn="l" indent="0" marL="0">
              <a:lnSpc>
                <a:spcPts val="1125"/>
              </a:lnSpc>
              <a:buNone/>
            </a:pPr>
            <a:r>
              <a:rPr lang="ko-KR" altLang="en-US" sz="780" b="0" spc="-2" kern="0" dirty="0">
                <a:solidFill>
                  <a:srgbClr val="24302A"/>
                </a:solidFill>
                <a:latin typeface="BKP2Bold" pitchFamily="34" charset="0"/>
                <a:ea typeface="BKP2Bold" pitchFamily="34" charset="-127"/>
                <a:cs typeface="BKP2Bold" pitchFamily="34" charset="-120"/>
              </a:rPr>
              <a:t>월간, 학기별,</a:t>
            </a:r>
            <a:endParaRPr lang="en-US" sz="780" dirty="0"/>
          </a:p>
          <a:p>
            <a:pPr algn="l" indent="0" marL="0">
              <a:lnSpc>
                <a:spcPts val="1125"/>
              </a:lnSpc>
              <a:buNone/>
            </a:pPr>
            <a:r>
              <a:rPr lang="ko-KR" altLang="en-US" sz="780" b="0" spc="-2" kern="0" dirty="0">
                <a:solidFill>
                  <a:srgbClr val="24302A"/>
                </a:solidFill>
                <a:latin typeface="BKP2Bold" pitchFamily="34" charset="0"/>
                <a:ea typeface="BKP2Bold" pitchFamily="34" charset="-127"/>
                <a:cs typeface="BKP2Bold" pitchFamily="34" charset="-120"/>
              </a:rPr>
              <a:t>연간</a:t>
            </a:r>
            <a:pPr algn="l" indent="0" marL="0">
              <a:lnSpc>
                <a:spcPts val="1125"/>
              </a:lnSpc>
              <a:buNone/>
            </a:pPr>
            <a:r>
              <a:rPr lang="ko-KR" altLang="en-US" sz="780" spc="-2" kern="0" dirty="0" b="0">
                <a:solidFill>
                  <a:srgbClr val="4C574F"/>
                </a:solidFill>
                <a:latin typeface="BKP2Regular" pitchFamily="34" charset="0"/>
                <a:ea typeface="BKP2Regular" pitchFamily="34" charset="-127"/>
                <a:cs typeface="BKP2Regular" pitchFamily="34" charset="-120"/>
              </a:rPr>
              <a:t> 숫자로 보고합니다.</a:t>
            </a:r>
            <a:endParaRPr lang="en-US" sz="780" dirty="0"/>
          </a:p>
        </p:txBody>
      </p:sp>
      <p:sp>
        <p:nvSpPr>
          <p:cNvPr id="118" name="txt-1-37"/>
          <p:cNvSpPr txBox="1"/>
          <p:nvPr/>
        </p:nvSpPr>
        <p:spPr>
          <a:xfrm>
            <a:off x="593852" y="4428109"/>
            <a:ext cx="1937639" cy="471424"/>
          </a:xfrm>
          <a:prstGeom prst="rect">
            <a:avLst/>
          </a:prstGeom>
          <a:noFill/>
          <a:ln/>
        </p:spPr>
        <p:txBody>
          <a:bodyPr wrap="square" lIns="0" tIns="0" rIns="0" bIns="0" rtlCol="0" anchor="t">
            <a:noAutofit/>
          </a:bodyPr>
          <a:lstStyle/>
          <a:p>
            <a:pPr algn="l" indent="0" marL="0">
              <a:lnSpc>
                <a:spcPts val="1125"/>
              </a:lnSpc>
              <a:buNone/>
            </a:pPr>
            <a:r>
              <a:rPr lang="ko-KR" altLang="en-US" sz="780" spc="-2" kern="0" dirty="0" b="0">
                <a:solidFill>
                  <a:srgbClr val="4C574F"/>
                </a:solidFill>
                <a:latin typeface="BKP2Regular" pitchFamily="34" charset="0"/>
                <a:ea typeface="BKP2Regular" pitchFamily="34" charset="-127"/>
                <a:cs typeface="BKP2Regular" pitchFamily="34" charset="-120"/>
              </a:rPr>
              <a:t>다 읽으면 인물이 된 부기가 묻고 까닭을 다시</a:t>
            </a:r>
            <a:endParaRPr lang="en-US" sz="780" dirty="0"/>
          </a:p>
          <a:p>
            <a:pPr algn="l" indent="0" marL="0">
              <a:lnSpc>
                <a:spcPts val="1125"/>
              </a:lnSpc>
              <a:buNone/>
            </a:pPr>
            <a:r>
              <a:rPr lang="ko-KR" altLang="en-US" sz="780" spc="-2" kern="0" dirty="0" b="0">
                <a:solidFill>
                  <a:srgbClr val="4C574F"/>
                </a:solidFill>
                <a:latin typeface="BKP2Regular" pitchFamily="34" charset="0"/>
                <a:ea typeface="BKP2Regular" pitchFamily="34" charset="-127"/>
                <a:cs typeface="BKP2Regular" pitchFamily="34" charset="-120"/>
              </a:rPr>
              <a:t>묻습니다(</a:t>
            </a:r>
            <a:pPr algn="l" indent="0" marL="0">
              <a:lnSpc>
                <a:spcPts val="1125"/>
              </a:lnSpc>
              <a:buNone/>
            </a:pPr>
            <a:r>
              <a:rPr lang="ko-KR" altLang="en-US" sz="780" b="0" spc="-2" kern="0" dirty="0">
                <a:solidFill>
                  <a:srgbClr val="24302A"/>
                </a:solidFill>
                <a:latin typeface="BKP2Bold" pitchFamily="34" charset="0"/>
                <a:ea typeface="BKP2Bold" pitchFamily="34" charset="-127"/>
                <a:cs typeface="BKP2Bold" pitchFamily="34" charset="-120"/>
              </a:rPr>
              <a:t>캐릭터와 대화, 특허 등록</a:t>
            </a:r>
            <a:pPr algn="l" indent="0" marL="0">
              <a:lnSpc>
                <a:spcPts val="1125"/>
              </a:lnSpc>
              <a:buNone/>
            </a:pPr>
            <a:r>
              <a:rPr lang="ko-KR" altLang="en-US" sz="780" spc="-2" kern="0" dirty="0" b="0">
                <a:solidFill>
                  <a:srgbClr val="4C574F"/>
                </a:solidFill>
                <a:latin typeface="BKP2Regular" pitchFamily="34" charset="0"/>
                <a:ea typeface="BKP2Regular" pitchFamily="34" charset="-127"/>
                <a:cs typeface="BKP2Regular" pitchFamily="34" charset="-120"/>
              </a:rPr>
              <a:t>). 1~4학년</a:t>
            </a:r>
            <a:endParaRPr lang="en-US" sz="780" dirty="0"/>
          </a:p>
          <a:p>
            <a:pPr algn="l" indent="0" marL="0">
              <a:lnSpc>
                <a:spcPts val="1125"/>
              </a:lnSpc>
              <a:buNone/>
            </a:pPr>
            <a:r>
              <a:rPr lang="ko-KR" altLang="en-US" sz="780" spc="-2" kern="0" dirty="0" b="0">
                <a:solidFill>
                  <a:srgbClr val="4C574F"/>
                </a:solidFill>
                <a:latin typeface="BKP2Regular" pitchFamily="34" charset="0"/>
                <a:ea typeface="BKP2Regular" pitchFamily="34" charset="-127"/>
                <a:cs typeface="BKP2Regular" pitchFamily="34" charset="-120"/>
              </a:rPr>
              <a:t>200권은 모국어와 한국어로 나란히 읽습니다.</a:t>
            </a:r>
            <a:endParaRPr lang="en-US" sz="780" dirty="0"/>
          </a:p>
        </p:txBody>
      </p:sp>
      <p:sp>
        <p:nvSpPr>
          <p:cNvPr id="119" name="txt-1-38"/>
          <p:cNvSpPr txBox="1"/>
          <p:nvPr/>
        </p:nvSpPr>
        <p:spPr>
          <a:xfrm>
            <a:off x="5157724" y="4428109"/>
            <a:ext cx="2053336" cy="471424"/>
          </a:xfrm>
          <a:prstGeom prst="rect">
            <a:avLst/>
          </a:prstGeom>
          <a:noFill/>
          <a:ln/>
        </p:spPr>
        <p:txBody>
          <a:bodyPr wrap="square" lIns="0" tIns="0" rIns="0" bIns="0" rtlCol="0" anchor="t">
            <a:noAutofit/>
          </a:bodyPr>
          <a:lstStyle/>
          <a:p>
            <a:pPr algn="l" indent="0" marL="0">
              <a:lnSpc>
                <a:spcPts val="1125"/>
              </a:lnSpc>
              <a:buNone/>
            </a:pPr>
            <a:r>
              <a:rPr lang="ko-KR" altLang="en-US" sz="780" dirty="0" b="0">
                <a:solidFill>
                  <a:srgbClr val="4C574F"/>
                </a:solidFill>
                <a:latin typeface="BKP2Regular" pitchFamily="34" charset="0"/>
                <a:ea typeface="BKP2Regular" pitchFamily="34" charset="-127"/>
                <a:cs typeface="BKP2Regular" pitchFamily="34" charset="-120"/>
              </a:rPr>
              <a:t>교육부 「학교 독서교육 활성화 방안」의 책 읽는</a:t>
            </a:r>
            <a:endParaRPr lang="en-US" sz="780" dirty="0"/>
          </a:p>
          <a:p>
            <a:pPr algn="l" indent="0" marL="0">
              <a:lnSpc>
                <a:spcPts val="1125"/>
              </a:lnSpc>
              <a:buNone/>
            </a:pPr>
            <a:r>
              <a:rPr lang="ko-KR" altLang="en-US" sz="780" dirty="0" b="0">
                <a:solidFill>
                  <a:srgbClr val="4C574F"/>
                </a:solidFill>
                <a:latin typeface="BKP2Regular" pitchFamily="34" charset="0"/>
                <a:ea typeface="BKP2Regular" pitchFamily="34" charset="-127"/>
                <a:cs typeface="BKP2Regular" pitchFamily="34" charset="-120"/>
              </a:rPr>
              <a:t>학교 문화, 초3~4 독서교육 집중 학년, 독서 연계</a:t>
            </a:r>
            <a:endParaRPr lang="en-US" sz="780" dirty="0"/>
          </a:p>
          <a:p>
            <a:pPr algn="l" indent="0" marL="0">
              <a:lnSpc>
                <a:spcPts val="1125"/>
              </a:lnSpc>
              <a:buNone/>
            </a:pPr>
            <a:r>
              <a:rPr lang="ko-KR" altLang="en-US" sz="780" dirty="0" b="0">
                <a:solidFill>
                  <a:srgbClr val="4C574F"/>
                </a:solidFill>
                <a:latin typeface="BKP2Regular" pitchFamily="34" charset="0"/>
                <a:ea typeface="BKP2Regular" pitchFamily="34" charset="-127"/>
                <a:cs typeface="BKP2Regular" pitchFamily="34" charset="-120"/>
              </a:rPr>
              <a:t>교과 수업에 씁니다.</a:t>
            </a:r>
            <a:endParaRPr lang="en-US" sz="780" dirty="0"/>
          </a:p>
        </p:txBody>
      </p:sp>
      <p:sp>
        <p:nvSpPr>
          <p:cNvPr id="120" name="txt-1-39"/>
          <p:cNvSpPr txBox="1"/>
          <p:nvPr/>
        </p:nvSpPr>
        <p:spPr>
          <a:xfrm>
            <a:off x="2875788" y="4570984"/>
            <a:ext cx="1842135" cy="328676"/>
          </a:xfrm>
          <a:prstGeom prst="rect">
            <a:avLst/>
          </a:prstGeom>
          <a:noFill/>
          <a:ln/>
        </p:spPr>
        <p:txBody>
          <a:bodyPr wrap="square" lIns="0" tIns="0" rIns="0" bIns="0" rtlCol="0" anchor="t">
            <a:noAutofit/>
          </a:bodyPr>
          <a:lstStyle/>
          <a:p>
            <a:pPr algn="l" indent="0" marL="0">
              <a:lnSpc>
                <a:spcPts val="1125"/>
              </a:lnSpc>
              <a:buNone/>
            </a:pPr>
            <a:r>
              <a:rPr lang="ko-KR" altLang="en-US" sz="780" b="0" dirty="0">
                <a:solidFill>
                  <a:srgbClr val="24302A"/>
                </a:solidFill>
                <a:latin typeface="BKP2Bold" pitchFamily="34" charset="0"/>
                <a:ea typeface="BKP2Bold" pitchFamily="34" charset="-127"/>
                <a:cs typeface="BKP2Bold" pitchFamily="34" charset="-120"/>
              </a:rPr>
              <a:t>활동 카드 9가지</a:t>
            </a:r>
            <a:pPr algn="l" indent="0" marL="0">
              <a:lnSpc>
                <a:spcPts val="1125"/>
              </a:lnSpc>
              <a:buNone/>
            </a:pPr>
            <a:r>
              <a:rPr lang="ko-KR" altLang="en-US" sz="780" dirty="0" b="0">
                <a:solidFill>
                  <a:srgbClr val="4C574F"/>
                </a:solidFill>
                <a:latin typeface="BKP2Regular" pitchFamily="34" charset="0"/>
                <a:ea typeface="BKP2Regular" pitchFamily="34" charset="-127"/>
                <a:cs typeface="BKP2Regular" pitchFamily="34" charset="-120"/>
              </a:rPr>
              <a:t>를 골라 내주고, 어휘력 진단</a:t>
            </a:r>
            <a:r>
              <a:rPr lang="ko-KR" altLang="en-US" sz="780" dirty="0" b="0">
                <a:solidFill>
                  <a:srgbClr val="4C574F"/>
                </a:solidFill>
                <a:latin typeface="BKP2Regular" pitchFamily="34" charset="0"/>
                <a:ea typeface="BKP2Regular" pitchFamily="34" charset="-127"/>
                <a:cs typeface="BKP2Regular" pitchFamily="34" charset="-120"/>
              </a:rPr>
              <a:t>결과로 학생마다 3개 수준의 책을 권합니다.</a:t>
            </a:r>
            <a:endParaRPr lang="en-US" sz="780" dirty="0"/>
          </a:p>
        </p:txBody>
      </p:sp>
      <p:sp>
        <p:nvSpPr>
          <p:cNvPr id="121" name="txt-1-40"/>
          <p:cNvSpPr txBox="1"/>
          <p:nvPr/>
        </p:nvSpPr>
        <p:spPr>
          <a:xfrm>
            <a:off x="451993" y="5094224"/>
            <a:ext cx="143383" cy="163068"/>
          </a:xfrm>
          <a:prstGeom prst="rect">
            <a:avLst/>
          </a:prstGeom>
          <a:noFill/>
          <a:ln/>
        </p:spPr>
        <p:txBody>
          <a:bodyPr wrap="square" lIns="0" tIns="0" rIns="0" bIns="0" rtlCol="0" anchor="t">
            <a:noAutofit/>
          </a:bodyPr>
          <a:lstStyle/>
          <a:p>
            <a:pPr algn="l" indent="0" marL="0">
              <a:lnSpc>
                <a:spcPts val="988"/>
              </a:lnSpc>
              <a:buNone/>
            </a:pPr>
            <a:r>
              <a:rPr lang="ko-KR" altLang="en-US" sz="760" b="0" dirty="0">
                <a:solidFill>
                  <a:srgbClr val="FFFFFF"/>
                </a:solidFill>
                <a:latin typeface="BKP2Bold" pitchFamily="34" charset="0"/>
                <a:ea typeface="BKP2Bold" pitchFamily="34" charset="-127"/>
                <a:cs typeface="BKP2Bold" pitchFamily="34" charset="-120"/>
              </a:rPr>
              <a:t>4</a:t>
            </a:r>
            <a:endParaRPr lang="en-US" sz="760" dirty="0"/>
          </a:p>
        </p:txBody>
      </p:sp>
      <p:sp>
        <p:nvSpPr>
          <p:cNvPr id="122" name="txt-1-41"/>
          <p:cNvSpPr txBox="1"/>
          <p:nvPr/>
        </p:nvSpPr>
        <p:spPr>
          <a:xfrm>
            <a:off x="2099310" y="5094224"/>
            <a:ext cx="1880616" cy="163068"/>
          </a:xfrm>
          <a:prstGeom prst="rect">
            <a:avLst/>
          </a:prstGeom>
          <a:noFill/>
          <a:ln/>
        </p:spPr>
        <p:txBody>
          <a:bodyPr wrap="square" lIns="0" tIns="0" rIns="0" bIns="0" rtlCol="0" anchor="t">
            <a:noAutofit/>
          </a:bodyPr>
          <a:lstStyle/>
          <a:p>
            <a:pPr algn="l" indent="0" marL="0">
              <a:lnSpc>
                <a:spcPts val="988"/>
              </a:lnSpc>
              <a:buNone/>
            </a:pPr>
            <a:r>
              <a:rPr lang="ko-KR" altLang="en-US" sz="760" spc="-6" kern="0" dirty="0" b="0">
                <a:solidFill>
                  <a:srgbClr val="7B847D"/>
                </a:solidFill>
                <a:latin typeface="BKP2Medium" pitchFamily="34" charset="0"/>
                <a:ea typeface="BKP2Medium" pitchFamily="34" charset="-127"/>
                <a:cs typeface="BKP2Medium" pitchFamily="34" charset="-120"/>
              </a:rPr>
              <a:t>2026. 9. 20.~10. 21., 온오프라인 운영 종합</a:t>
            </a:r>
            <a:endParaRPr lang="en-US" sz="760" dirty="0"/>
          </a:p>
        </p:txBody>
      </p:sp>
      <p:sp>
        <p:nvSpPr>
          <p:cNvPr id="123" name="txt-1-42"/>
          <p:cNvSpPr txBox="1"/>
          <p:nvPr/>
        </p:nvSpPr>
        <p:spPr>
          <a:xfrm>
            <a:off x="634873" y="5065776"/>
            <a:ext cx="1560068" cy="227457"/>
          </a:xfrm>
          <a:prstGeom prst="rect">
            <a:avLst/>
          </a:prstGeom>
          <a:noFill/>
          <a:ln/>
        </p:spPr>
        <p:txBody>
          <a:bodyPr wrap="square" lIns="0" tIns="0" rIns="0" bIns="0" rtlCol="0" anchor="t">
            <a:noAutofit/>
          </a:bodyPr>
          <a:lstStyle/>
          <a:p>
            <a:pPr algn="l" indent="0" marL="0">
              <a:lnSpc>
                <a:spcPts val="1378"/>
              </a:lnSpc>
              <a:buNone/>
            </a:pPr>
            <a:r>
              <a:rPr lang="ko-KR" altLang="en-US" sz="1060" dirty="0" b="0">
                <a:solidFill>
                  <a:srgbClr val="1D3A2A"/>
                </a:solidFill>
                <a:latin typeface="BKP2ExtraBold" pitchFamily="34" charset="0"/>
                <a:ea typeface="BKP2ExtraBold" pitchFamily="34" charset="-127"/>
                <a:cs typeface="BKP2ExtraBold" pitchFamily="34" charset="-120"/>
              </a:rPr>
              <a:t>선도교사단 한 달 운영 결과</a:t>
            </a:r>
            <a:endParaRPr lang="en-US" sz="1060" dirty="0"/>
          </a:p>
        </p:txBody>
      </p:sp>
      <p:sp>
        <p:nvSpPr>
          <p:cNvPr id="124" name="txt-1-43"/>
          <p:cNvSpPr txBox="1"/>
          <p:nvPr/>
        </p:nvSpPr>
        <p:spPr>
          <a:xfrm>
            <a:off x="483743" y="5323713"/>
            <a:ext cx="522478" cy="332486"/>
          </a:xfrm>
          <a:prstGeom prst="rect">
            <a:avLst/>
          </a:prstGeom>
          <a:noFill/>
          <a:ln/>
        </p:spPr>
        <p:txBody>
          <a:bodyPr wrap="square" lIns="0" tIns="0" rIns="0" bIns="0" rtlCol="0" anchor="t">
            <a:noAutofit/>
          </a:bodyPr>
          <a:lstStyle/>
          <a:p>
            <a:pPr algn="l" indent="0" marL="0">
              <a:lnSpc>
                <a:spcPts val="2014"/>
              </a:lnSpc>
              <a:buNone/>
            </a:pPr>
            <a:r>
              <a:rPr lang="ko-KR" altLang="en-US" sz="1549" dirty="0" b="0">
                <a:solidFill>
                  <a:srgbClr val="1D3A2A"/>
                </a:solidFill>
                <a:latin typeface="BKP2ExtraBold" pitchFamily="34" charset="0"/>
                <a:ea typeface="BKP2ExtraBold" pitchFamily="34" charset="-127"/>
                <a:cs typeface="BKP2ExtraBold" pitchFamily="34" charset="-120"/>
              </a:rPr>
              <a:t>72</a:t>
            </a:r>
            <a:pPr algn="l" indent="0" marL="0">
              <a:lnSpc>
                <a:spcPts val="2014"/>
              </a:lnSpc>
              <a:buNone/>
            </a:pPr>
            <a:r>
              <a:rPr lang="ko-KR" altLang="en-US" sz="840" b="0" dirty="0">
                <a:solidFill>
                  <a:srgbClr val="1D3A2A"/>
                </a:solidFill>
                <a:latin typeface="BKP2Bold" pitchFamily="34" charset="0"/>
                <a:ea typeface="BKP2Bold" pitchFamily="34" charset="-127"/>
                <a:cs typeface="BKP2Bold" pitchFamily="34" charset="-120"/>
              </a:rPr>
              <a:t>학급</a:t>
            </a:r>
            <a:endParaRPr lang="en-US" sz="1549" dirty="0"/>
          </a:p>
        </p:txBody>
      </p:sp>
      <p:sp>
        <p:nvSpPr>
          <p:cNvPr id="125" name="txt-1-44"/>
          <p:cNvSpPr txBox="1"/>
          <p:nvPr/>
        </p:nvSpPr>
        <p:spPr>
          <a:xfrm>
            <a:off x="1677416" y="5323713"/>
            <a:ext cx="671830" cy="332486"/>
          </a:xfrm>
          <a:prstGeom prst="rect">
            <a:avLst/>
          </a:prstGeom>
          <a:noFill/>
          <a:ln/>
        </p:spPr>
        <p:txBody>
          <a:bodyPr wrap="square" lIns="0" tIns="0" rIns="0" bIns="0" rtlCol="0" anchor="t">
            <a:noAutofit/>
          </a:bodyPr>
          <a:lstStyle/>
          <a:p>
            <a:pPr algn="l" indent="0" marL="0">
              <a:lnSpc>
                <a:spcPts val="2014"/>
              </a:lnSpc>
              <a:buNone/>
            </a:pPr>
            <a:r>
              <a:rPr lang="ko-KR" altLang="en-US" sz="1549" spc="-52" kern="0" dirty="0" b="0">
                <a:solidFill>
                  <a:srgbClr val="1D3A2A"/>
                </a:solidFill>
                <a:latin typeface="BKP2ExtraBold" pitchFamily="34" charset="0"/>
                <a:ea typeface="BKP2ExtraBold" pitchFamily="34" charset="-127"/>
                <a:cs typeface="BKP2ExtraBold" pitchFamily="34" charset="-120"/>
              </a:rPr>
              <a:t>1,196</a:t>
            </a:r>
            <a:pPr algn="l" indent="0" marL="0">
              <a:lnSpc>
                <a:spcPts val="2014"/>
              </a:lnSpc>
              <a:buNone/>
            </a:pPr>
            <a:r>
              <a:rPr lang="ko-KR" altLang="en-US" sz="840" b="0" spc="-52" kern="0" dirty="0">
                <a:solidFill>
                  <a:srgbClr val="1D3A2A"/>
                </a:solidFill>
                <a:latin typeface="BKP2Bold" pitchFamily="34" charset="0"/>
                <a:ea typeface="BKP2Bold" pitchFamily="34" charset="-127"/>
                <a:cs typeface="BKP2Bold" pitchFamily="34" charset="-120"/>
              </a:rPr>
              <a:t>명</a:t>
            </a:r>
            <a:endParaRPr lang="en-US" sz="1549" dirty="0"/>
          </a:p>
        </p:txBody>
      </p:sp>
      <p:sp>
        <p:nvSpPr>
          <p:cNvPr id="126" name="txt-1-45"/>
          <p:cNvSpPr txBox="1"/>
          <p:nvPr/>
        </p:nvSpPr>
        <p:spPr>
          <a:xfrm>
            <a:off x="2997581" y="5323713"/>
            <a:ext cx="878459" cy="332486"/>
          </a:xfrm>
          <a:prstGeom prst="rect">
            <a:avLst/>
          </a:prstGeom>
          <a:noFill/>
          <a:ln/>
        </p:spPr>
        <p:txBody>
          <a:bodyPr wrap="square" lIns="0" tIns="0" rIns="0" bIns="0" rtlCol="0" anchor="t">
            <a:noAutofit/>
          </a:bodyPr>
          <a:lstStyle/>
          <a:p>
            <a:pPr algn="l" indent="0" marL="0">
              <a:lnSpc>
                <a:spcPts val="2014"/>
              </a:lnSpc>
              <a:buNone/>
            </a:pPr>
            <a:r>
              <a:rPr lang="ko-KR" altLang="en-US" sz="1549" spc="-32" kern="0" dirty="0" b="0">
                <a:solidFill>
                  <a:srgbClr val="C08A1E"/>
                </a:solidFill>
                <a:latin typeface="BKP2ExtraBold" pitchFamily="34" charset="0"/>
                <a:ea typeface="BKP2ExtraBold" pitchFamily="34" charset="-127"/>
                <a:cs typeface="BKP2ExtraBold" pitchFamily="34" charset="-120"/>
              </a:rPr>
              <a:t>26,924</a:t>
            </a:r>
            <a:pPr algn="l" indent="0" marL="0">
              <a:lnSpc>
                <a:spcPts val="2014"/>
              </a:lnSpc>
              <a:buNone/>
            </a:pPr>
            <a:r>
              <a:rPr lang="ko-KR" altLang="en-US" sz="840" b="0" spc="-32" kern="0" dirty="0">
                <a:solidFill>
                  <a:srgbClr val="C08A1E"/>
                </a:solidFill>
                <a:latin typeface="BKP2Bold" pitchFamily="34" charset="0"/>
                <a:ea typeface="BKP2Bold" pitchFamily="34" charset="-127"/>
                <a:cs typeface="BKP2Bold" pitchFamily="34" charset="-120"/>
              </a:rPr>
              <a:t>권</a:t>
            </a:r>
            <a:endParaRPr lang="en-US" sz="1549" dirty="0"/>
          </a:p>
        </p:txBody>
      </p:sp>
      <p:sp>
        <p:nvSpPr>
          <p:cNvPr id="127" name="txt-1-46"/>
          <p:cNvSpPr txBox="1"/>
          <p:nvPr/>
        </p:nvSpPr>
        <p:spPr>
          <a:xfrm>
            <a:off x="4443984" y="5323713"/>
            <a:ext cx="684530" cy="332486"/>
          </a:xfrm>
          <a:prstGeom prst="rect">
            <a:avLst/>
          </a:prstGeom>
          <a:noFill/>
          <a:ln/>
        </p:spPr>
        <p:txBody>
          <a:bodyPr wrap="square" lIns="0" tIns="0" rIns="0" bIns="0" rtlCol="0" anchor="t">
            <a:noAutofit/>
          </a:bodyPr>
          <a:lstStyle/>
          <a:p>
            <a:pPr algn="l" indent="0" marL="0">
              <a:lnSpc>
                <a:spcPts val="2014"/>
              </a:lnSpc>
              <a:buNone/>
            </a:pPr>
            <a:r>
              <a:rPr lang="ko-KR" altLang="en-US" sz="1549" spc="-36" kern="0" dirty="0" b="0">
                <a:solidFill>
                  <a:srgbClr val="1D3A2A"/>
                </a:solidFill>
                <a:latin typeface="BKP2ExtraBold" pitchFamily="34" charset="0"/>
                <a:ea typeface="BKP2ExtraBold" pitchFamily="34" charset="-127"/>
                <a:cs typeface="BKP2ExtraBold" pitchFamily="34" charset="-120"/>
              </a:rPr>
              <a:t>1,816</a:t>
            </a:r>
            <a:pPr algn="l" indent="0" marL="0">
              <a:lnSpc>
                <a:spcPts val="2014"/>
              </a:lnSpc>
              <a:buNone/>
            </a:pPr>
            <a:r>
              <a:rPr lang="ko-KR" altLang="en-US" sz="840" b="0" spc="-36" kern="0" dirty="0">
                <a:solidFill>
                  <a:srgbClr val="1D3A2A"/>
                </a:solidFill>
                <a:latin typeface="BKP2Bold" pitchFamily="34" charset="0"/>
                <a:ea typeface="BKP2Bold" pitchFamily="34" charset="-127"/>
                <a:cs typeface="BKP2Bold" pitchFamily="34" charset="-120"/>
              </a:rPr>
              <a:t>건</a:t>
            </a:r>
            <a:endParaRPr lang="en-US" sz="1549" dirty="0"/>
          </a:p>
        </p:txBody>
      </p:sp>
      <p:sp>
        <p:nvSpPr>
          <p:cNvPr id="128" name="txt-1-47"/>
          <p:cNvSpPr txBox="1"/>
          <p:nvPr/>
        </p:nvSpPr>
        <p:spPr>
          <a:xfrm>
            <a:off x="483743" y="5570855"/>
            <a:ext cx="518160" cy="306705"/>
          </a:xfrm>
          <a:prstGeom prst="rect">
            <a:avLst/>
          </a:prstGeom>
          <a:noFill/>
          <a:ln/>
        </p:spPr>
        <p:txBody>
          <a:bodyPr wrap="square" lIns="0" tIns="0" rIns="0" bIns="0" rtlCol="0" anchor="t">
            <a:noAutofit/>
          </a:bodyPr>
          <a:lstStyle/>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온오프라인</a:t>
            </a:r>
            <a:endParaRPr lang="en-US" sz="760" dirty="0"/>
          </a:p>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운영</a:t>
            </a:r>
            <a:endParaRPr lang="en-US" sz="760" dirty="0"/>
          </a:p>
        </p:txBody>
      </p:sp>
      <p:sp>
        <p:nvSpPr>
          <p:cNvPr id="129" name="txt-1-48"/>
          <p:cNvSpPr txBox="1"/>
          <p:nvPr/>
        </p:nvSpPr>
        <p:spPr>
          <a:xfrm>
            <a:off x="1677416" y="5570855"/>
            <a:ext cx="657860" cy="306705"/>
          </a:xfrm>
          <a:prstGeom prst="rect">
            <a:avLst/>
          </a:prstGeom>
          <a:noFill/>
          <a:ln/>
        </p:spPr>
        <p:txBody>
          <a:bodyPr wrap="square" lIns="0" tIns="0" rIns="0" bIns="0" rtlCol="0" anchor="t">
            <a:noAutofit/>
          </a:bodyPr>
          <a:lstStyle/>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한 달 동안</a:t>
            </a:r>
            <a:endParaRPr lang="en-US" sz="760" dirty="0"/>
          </a:p>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실제로 쓴 학생</a:t>
            </a:r>
            <a:endParaRPr lang="en-US" sz="760" dirty="0"/>
          </a:p>
        </p:txBody>
      </p:sp>
      <p:sp>
        <p:nvSpPr>
          <p:cNvPr id="130" name="txt-1-49"/>
          <p:cNvSpPr txBox="1"/>
          <p:nvPr/>
        </p:nvSpPr>
        <p:spPr>
          <a:xfrm>
            <a:off x="2997581" y="5570855"/>
            <a:ext cx="617474" cy="306705"/>
          </a:xfrm>
          <a:prstGeom prst="rect">
            <a:avLst/>
          </a:prstGeom>
          <a:noFill/>
          <a:ln/>
        </p:spPr>
        <p:txBody>
          <a:bodyPr wrap="square" lIns="0" tIns="0" rIns="0" bIns="0" rtlCol="0" anchor="t">
            <a:noAutofit/>
          </a:bodyPr>
          <a:lstStyle/>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완독 기록</a:t>
            </a:r>
            <a:endParaRPr lang="en-US" sz="760" dirty="0"/>
          </a:p>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1인당 22.5권</a:t>
            </a:r>
            <a:endParaRPr lang="en-US" sz="760" dirty="0"/>
          </a:p>
        </p:txBody>
      </p:sp>
      <p:sp>
        <p:nvSpPr>
          <p:cNvPr id="131" name="txt-1-50"/>
          <p:cNvSpPr txBox="1"/>
          <p:nvPr/>
        </p:nvSpPr>
        <p:spPr>
          <a:xfrm>
            <a:off x="4443984" y="5570855"/>
            <a:ext cx="429768" cy="306705"/>
          </a:xfrm>
          <a:prstGeom prst="rect">
            <a:avLst/>
          </a:prstGeom>
          <a:noFill/>
          <a:ln/>
        </p:spPr>
        <p:txBody>
          <a:bodyPr wrap="square" lIns="0" tIns="0" rIns="0" bIns="0" rtlCol="0" anchor="t">
            <a:noAutofit/>
          </a:bodyPr>
          <a:lstStyle/>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학생</a:t>
            </a:r>
            <a:endParaRPr lang="en-US" sz="760" dirty="0"/>
          </a:p>
          <a:p>
            <a:pPr algn="l" indent="0" marL="0">
              <a:lnSpc>
                <a:spcPts val="1050"/>
              </a:lnSpc>
              <a:buNone/>
            </a:pPr>
            <a:r>
              <a:rPr lang="ko-KR" altLang="en-US" sz="760" dirty="0" b="0">
                <a:solidFill>
                  <a:srgbClr val="4C574F"/>
                </a:solidFill>
                <a:latin typeface="BKP2Regular" pitchFamily="34" charset="0"/>
                <a:ea typeface="BKP2Regular" pitchFamily="34" charset="-127"/>
                <a:cs typeface="BKP2Regular" pitchFamily="34" charset="-120"/>
              </a:rPr>
              <a:t>독후활동</a:t>
            </a:r>
            <a:endParaRPr lang="en-US" sz="760" dirty="0"/>
          </a:p>
        </p:txBody>
      </p:sp>
      <p:sp>
        <p:nvSpPr>
          <p:cNvPr id="132" name="txt-1-51"/>
          <p:cNvSpPr txBox="1"/>
          <p:nvPr/>
        </p:nvSpPr>
        <p:spPr>
          <a:xfrm>
            <a:off x="533781" y="5990336"/>
            <a:ext cx="5020691" cy="350520"/>
          </a:xfrm>
          <a:prstGeom prst="rect">
            <a:avLst/>
          </a:prstGeom>
          <a:noFill/>
          <a:ln/>
        </p:spPr>
        <p:txBody>
          <a:bodyPr wrap="square" lIns="0" tIns="0" rIns="0" bIns="0" rtlCol="0" anchor="t">
            <a:noAutofit/>
          </a:bodyPr>
          <a:lstStyle/>
          <a:p>
            <a:pPr algn="l" indent="0" marL="0">
              <a:lnSpc>
                <a:spcPts val="1200"/>
              </a:lnSpc>
              <a:buNone/>
            </a:pPr>
            <a:r>
              <a:rPr lang="ko-KR" altLang="en-US" sz="790" spc="-2" kern="0" dirty="0" b="0">
                <a:solidFill>
                  <a:srgbClr val="24302A"/>
                </a:solidFill>
                <a:latin typeface="BKP2Regular" pitchFamily="34" charset="0"/>
                <a:ea typeface="BKP2Regular" pitchFamily="34" charset="-127"/>
                <a:cs typeface="BKP2Regular" pitchFamily="34" charset="-120"/>
              </a:rPr>
              <a:t>“…부기를 활용하니 책을 더 많이 읽게 된 것 같아요. 또 캐릭터 꾸미기를 아이들이 너무 좋아하여 쉬는 시간에도 계속 읽고</a:t>
            </a:r>
            <a:endParaRPr lang="en-US" sz="790" dirty="0"/>
          </a:p>
          <a:p>
            <a:pPr algn="l" indent="0" marL="0">
              <a:lnSpc>
                <a:spcPts val="1200"/>
              </a:lnSpc>
              <a:buNone/>
            </a:pPr>
            <a:r>
              <a:rPr lang="ko-KR" altLang="en-US" sz="790" spc="-2" kern="0" dirty="0" b="0">
                <a:solidFill>
                  <a:srgbClr val="24302A"/>
                </a:solidFill>
                <a:latin typeface="BKP2Regular" pitchFamily="34" charset="0"/>
                <a:ea typeface="BKP2Regular" pitchFamily="34" charset="-127"/>
                <a:cs typeface="BKP2Regular" pitchFamily="34" charset="-120"/>
              </a:rPr>
              <a:t>있네요.”</a:t>
            </a:r>
            <a:pPr algn="l" indent="0" marL="0">
              <a:lnSpc>
                <a:spcPts val="1200"/>
              </a:lnSpc>
              <a:buNone/>
            </a:pPr>
            <a:r>
              <a:rPr lang="ko-KR" altLang="en-US" sz="730" spc="-2" kern="0" dirty="0" b="0">
                <a:solidFill>
                  <a:srgbClr val="7B847D"/>
                </a:solidFill>
                <a:latin typeface="BKP2Regular" pitchFamily="34" charset="0"/>
                <a:ea typeface="BKP2Regular" pitchFamily="34" charset="-127"/>
                <a:cs typeface="BKP2Regular" pitchFamily="34" charset="-120"/>
              </a:rPr>
              <a:t>  석산초 4학년 김○○ 교사</a:t>
            </a:r>
            <a:endParaRPr lang="en-US" sz="790" dirty="0"/>
          </a:p>
        </p:txBody>
      </p:sp>
      <p:sp>
        <p:nvSpPr>
          <p:cNvPr id="133" name="txt-1-52"/>
          <p:cNvSpPr txBox="1"/>
          <p:nvPr/>
        </p:nvSpPr>
        <p:spPr>
          <a:xfrm>
            <a:off x="5652135" y="6380861"/>
            <a:ext cx="1241806" cy="137414"/>
          </a:xfrm>
          <a:prstGeom prst="rect">
            <a:avLst/>
          </a:prstGeom>
          <a:noFill/>
          <a:ln/>
        </p:spPr>
        <p:txBody>
          <a:bodyPr wrap="square" lIns="0" tIns="0" rIns="0" bIns="0" rtlCol="0" anchor="t">
            <a:noAutofit/>
          </a:bodyPr>
          <a:lstStyle/>
          <a:p>
            <a:pPr algn="l" indent="0" marL="0">
              <a:lnSpc>
                <a:spcPts val="832"/>
              </a:lnSpc>
              <a:buNone/>
            </a:pPr>
            <a:r>
              <a:rPr lang="ko-KR" altLang="en-US" sz="640" spc="2" kern="0" dirty="0" b="0">
                <a:solidFill>
                  <a:srgbClr val="FFFFFF"/>
                </a:solidFill>
                <a:latin typeface="BKP2Regular" pitchFamily="34" charset="0"/>
                <a:ea typeface="BKP2Regular" pitchFamily="34" charset="-127"/>
                <a:cs typeface="BKP2Regular" pitchFamily="34" charset="-120"/>
              </a:rPr>
              <a:t>석산초 6학년 부기 수업(얼굴 가림)</a:t>
            </a:r>
            <a:endParaRPr lang="en-US" sz="640" dirty="0"/>
          </a:p>
        </p:txBody>
      </p:sp>
      <p:sp>
        <p:nvSpPr>
          <p:cNvPr id="134" name="txt-1-53"/>
          <p:cNvSpPr txBox="1"/>
          <p:nvPr/>
        </p:nvSpPr>
        <p:spPr>
          <a:xfrm>
            <a:off x="397256" y="6380099"/>
            <a:ext cx="4460748" cy="167386"/>
          </a:xfrm>
          <a:prstGeom prst="rect">
            <a:avLst/>
          </a:prstGeom>
          <a:noFill/>
          <a:ln/>
        </p:spPr>
        <p:txBody>
          <a:bodyPr wrap="square" lIns="0" tIns="0" rIns="0" bIns="0" rtlCol="0" anchor="t">
            <a:noAutofit/>
          </a:bodyPr>
          <a:lstStyle/>
          <a:p>
            <a:pPr algn="l" indent="0" marL="0">
              <a:lnSpc>
                <a:spcPts val="1014"/>
              </a:lnSpc>
              <a:buNone/>
            </a:pPr>
            <a:r>
              <a:rPr lang="ko-KR" altLang="en-US" sz="780" spc="-1" kern="0" dirty="0" b="0">
                <a:solidFill>
                  <a:srgbClr val="4C574F"/>
                </a:solidFill>
                <a:latin typeface="BKP2Regular" pitchFamily="34" charset="0"/>
                <a:ea typeface="BKP2Regular" pitchFamily="34" charset="-127"/>
                <a:cs typeface="BKP2Regular" pitchFamily="34" charset="-120"/>
              </a:rPr>
              <a:t>경상남도 내 초등학교 30곳의 선도교사단과 수업을 운영하며 현장 의견을 반영합니다.</a:t>
            </a:r>
            <a:endParaRPr lang="en-US" sz="780" dirty="0"/>
          </a:p>
        </p:txBody>
      </p:sp>
      <p:sp>
        <p:nvSpPr>
          <p:cNvPr id="135" name="txt-1-54"/>
          <p:cNvSpPr txBox="1"/>
          <p:nvPr/>
        </p:nvSpPr>
        <p:spPr>
          <a:xfrm>
            <a:off x="453517" y="6665849"/>
            <a:ext cx="140335" cy="163068"/>
          </a:xfrm>
          <a:prstGeom prst="rect">
            <a:avLst/>
          </a:prstGeom>
          <a:noFill/>
          <a:ln/>
        </p:spPr>
        <p:txBody>
          <a:bodyPr wrap="square" lIns="0" tIns="0" rIns="0" bIns="0" rtlCol="0" anchor="t">
            <a:noAutofit/>
          </a:bodyPr>
          <a:lstStyle/>
          <a:p>
            <a:pPr algn="l" indent="0" marL="0">
              <a:lnSpc>
                <a:spcPts val="988"/>
              </a:lnSpc>
              <a:buNone/>
            </a:pPr>
            <a:r>
              <a:rPr lang="ko-KR" altLang="en-US" sz="760" b="0" dirty="0">
                <a:solidFill>
                  <a:srgbClr val="FFFFFF"/>
                </a:solidFill>
                <a:latin typeface="BKP2Bold" pitchFamily="34" charset="0"/>
                <a:ea typeface="BKP2Bold" pitchFamily="34" charset="-127"/>
                <a:cs typeface="BKP2Bold" pitchFamily="34" charset="-120"/>
              </a:rPr>
              <a:t>5</a:t>
            </a:r>
            <a:endParaRPr lang="en-US" sz="760" dirty="0"/>
          </a:p>
        </p:txBody>
      </p:sp>
      <p:sp>
        <p:nvSpPr>
          <p:cNvPr id="136" name="txt-1-55"/>
          <p:cNvSpPr txBox="1"/>
          <p:nvPr/>
        </p:nvSpPr>
        <p:spPr>
          <a:xfrm>
            <a:off x="1806448" y="6665849"/>
            <a:ext cx="4648962" cy="163068"/>
          </a:xfrm>
          <a:prstGeom prst="rect">
            <a:avLst/>
          </a:prstGeom>
          <a:noFill/>
          <a:ln/>
        </p:spPr>
        <p:txBody>
          <a:bodyPr wrap="square" lIns="0" tIns="0" rIns="0" bIns="0" rtlCol="0" anchor="t">
            <a:noAutofit/>
          </a:bodyPr>
          <a:lstStyle/>
          <a:p>
            <a:pPr algn="l" indent="0" marL="0">
              <a:lnSpc>
                <a:spcPts val="988"/>
              </a:lnSpc>
              <a:buNone/>
            </a:pPr>
            <a:r>
              <a:rPr lang="ko-KR" altLang="en-US" sz="760" spc="-5" kern="0" dirty="0" b="0">
                <a:solidFill>
                  <a:srgbClr val="7B847D"/>
                </a:solidFill>
                <a:latin typeface="BKP2Medium" pitchFamily="34" charset="0"/>
                <a:ea typeface="BKP2Medium" pitchFamily="34" charset="-127"/>
                <a:cs typeface="BKP2Medium" pitchFamily="34" charset="-120"/>
              </a:rPr>
              <a:t>개발 기간 없이 계약 직후 시작, 전담 조직 9명(총괄 PM 1, 수업과 콘텐츠 2, 기술 운영 2, 현장 지원 3, 헬프데스크 1)</a:t>
            </a:r>
            <a:endParaRPr lang="en-US" sz="760" dirty="0"/>
          </a:p>
        </p:txBody>
      </p:sp>
      <p:sp>
        <p:nvSpPr>
          <p:cNvPr id="137" name="txt-1-56"/>
          <p:cNvSpPr txBox="1"/>
          <p:nvPr/>
        </p:nvSpPr>
        <p:spPr>
          <a:xfrm>
            <a:off x="634873" y="6637147"/>
            <a:ext cx="1249680" cy="227457"/>
          </a:xfrm>
          <a:prstGeom prst="rect">
            <a:avLst/>
          </a:prstGeom>
          <a:noFill/>
          <a:ln/>
        </p:spPr>
        <p:txBody>
          <a:bodyPr wrap="square" lIns="0" tIns="0" rIns="0" bIns="0" rtlCol="0" anchor="t">
            <a:noAutofit/>
          </a:bodyPr>
          <a:lstStyle/>
          <a:p>
            <a:pPr algn="l" indent="0" marL="0">
              <a:lnSpc>
                <a:spcPts val="1378"/>
              </a:lnSpc>
              <a:buNone/>
            </a:pPr>
            <a:r>
              <a:rPr lang="ko-KR" altLang="en-US" sz="1060" dirty="0" b="0">
                <a:solidFill>
                  <a:srgbClr val="1D3A2A"/>
                </a:solidFill>
                <a:latin typeface="BKP2ExtraBold" pitchFamily="34" charset="0"/>
                <a:ea typeface="BKP2ExtraBold" pitchFamily="34" charset="-127"/>
                <a:cs typeface="BKP2ExtraBold" pitchFamily="34" charset="-120"/>
              </a:rPr>
              <a:t>추진 일정과 운영지원</a:t>
            </a:r>
            <a:endParaRPr lang="en-US" sz="1060" dirty="0"/>
          </a:p>
        </p:txBody>
      </p:sp>
      <p:sp>
        <p:nvSpPr>
          <p:cNvPr id="138" name="txt-1-57"/>
          <p:cNvSpPr txBox="1"/>
          <p:nvPr/>
        </p:nvSpPr>
        <p:spPr>
          <a:xfrm>
            <a:off x="496824" y="6923151"/>
            <a:ext cx="669544" cy="180340"/>
          </a:xfrm>
          <a:prstGeom prst="rect">
            <a:avLst/>
          </a:prstGeom>
          <a:noFill/>
          <a:ln/>
        </p:spPr>
        <p:txBody>
          <a:bodyPr wrap="square" lIns="0" tIns="0" rIns="0" bIns="0" rtlCol="0" anchor="t">
            <a:noAutofit/>
          </a:bodyPr>
          <a:lstStyle/>
          <a:p>
            <a:pPr algn="l" indent="0" marL="0">
              <a:lnSpc>
                <a:spcPts val="1092"/>
              </a:lnSpc>
              <a:buNone/>
            </a:pPr>
            <a:r>
              <a:rPr lang="ko-KR" altLang="en-US" sz="840" dirty="0" b="0">
                <a:solidFill>
                  <a:srgbClr val="1D3A2A"/>
                </a:solidFill>
                <a:latin typeface="BKP2ExtraBold" pitchFamily="34" charset="0"/>
                <a:ea typeface="BKP2ExtraBold" pitchFamily="34" charset="-127"/>
                <a:cs typeface="BKP2ExtraBold" pitchFamily="34" charset="-120"/>
              </a:rPr>
              <a:t>1 착수와 준비</a:t>
            </a:r>
            <a:endParaRPr lang="en-US" sz="840" dirty="0"/>
          </a:p>
        </p:txBody>
      </p:sp>
      <p:sp>
        <p:nvSpPr>
          <p:cNvPr id="139" name="txt-1-58"/>
          <p:cNvSpPr txBox="1"/>
          <p:nvPr/>
        </p:nvSpPr>
        <p:spPr>
          <a:xfrm>
            <a:off x="2208149" y="6923151"/>
            <a:ext cx="685292" cy="180340"/>
          </a:xfrm>
          <a:prstGeom prst="rect">
            <a:avLst/>
          </a:prstGeom>
          <a:noFill/>
          <a:ln/>
        </p:spPr>
        <p:txBody>
          <a:bodyPr wrap="square" lIns="0" tIns="0" rIns="0" bIns="0" rtlCol="0" anchor="t">
            <a:noAutofit/>
          </a:bodyPr>
          <a:lstStyle/>
          <a:p>
            <a:pPr algn="l" indent="0" marL="0">
              <a:lnSpc>
                <a:spcPts val="1092"/>
              </a:lnSpc>
              <a:buNone/>
            </a:pPr>
            <a:r>
              <a:rPr lang="ko-KR" altLang="en-US" sz="840" dirty="0" b="0">
                <a:solidFill>
                  <a:srgbClr val="1D3A2A"/>
                </a:solidFill>
                <a:latin typeface="BKP2ExtraBold" pitchFamily="34" charset="0"/>
                <a:ea typeface="BKP2ExtraBold" pitchFamily="34" charset="-127"/>
                <a:cs typeface="BKP2ExtraBold" pitchFamily="34" charset="-120"/>
              </a:rPr>
              <a:t>2 배포와 연수</a:t>
            </a:r>
            <a:endParaRPr lang="en-US" sz="840" dirty="0"/>
          </a:p>
        </p:txBody>
      </p:sp>
      <p:sp>
        <p:nvSpPr>
          <p:cNvPr id="140" name="txt-1-59"/>
          <p:cNvSpPr txBox="1"/>
          <p:nvPr/>
        </p:nvSpPr>
        <p:spPr>
          <a:xfrm>
            <a:off x="3919728" y="6923151"/>
            <a:ext cx="688467" cy="180340"/>
          </a:xfrm>
          <a:prstGeom prst="rect">
            <a:avLst/>
          </a:prstGeom>
          <a:noFill/>
          <a:ln/>
        </p:spPr>
        <p:txBody>
          <a:bodyPr wrap="square" lIns="0" tIns="0" rIns="0" bIns="0" rtlCol="0" anchor="t">
            <a:noAutofit/>
          </a:bodyPr>
          <a:lstStyle/>
          <a:p>
            <a:pPr algn="l" indent="0" marL="0">
              <a:lnSpc>
                <a:spcPts val="1092"/>
              </a:lnSpc>
              <a:buNone/>
            </a:pPr>
            <a:r>
              <a:rPr lang="ko-KR" altLang="en-US" sz="840" dirty="0" b="0">
                <a:solidFill>
                  <a:srgbClr val="1D3A2A"/>
                </a:solidFill>
                <a:latin typeface="BKP2ExtraBold" pitchFamily="34" charset="0"/>
                <a:ea typeface="BKP2ExtraBold" pitchFamily="34" charset="-127"/>
                <a:cs typeface="BKP2ExtraBold" pitchFamily="34" charset="-120"/>
              </a:rPr>
              <a:t>3 운영과 지원</a:t>
            </a:r>
            <a:endParaRPr lang="en-US" sz="840" dirty="0"/>
          </a:p>
        </p:txBody>
      </p:sp>
      <p:sp>
        <p:nvSpPr>
          <p:cNvPr id="141" name="txt-1-60"/>
          <p:cNvSpPr txBox="1"/>
          <p:nvPr/>
        </p:nvSpPr>
        <p:spPr>
          <a:xfrm>
            <a:off x="5631053" y="6923151"/>
            <a:ext cx="690880" cy="180340"/>
          </a:xfrm>
          <a:prstGeom prst="rect">
            <a:avLst/>
          </a:prstGeom>
          <a:noFill/>
          <a:ln/>
        </p:spPr>
        <p:txBody>
          <a:bodyPr wrap="square" lIns="0" tIns="0" rIns="0" bIns="0" rtlCol="0" anchor="t">
            <a:noAutofit/>
          </a:bodyPr>
          <a:lstStyle/>
          <a:p>
            <a:pPr algn="l" indent="0" marL="0">
              <a:lnSpc>
                <a:spcPts val="1092"/>
              </a:lnSpc>
              <a:buNone/>
            </a:pPr>
            <a:r>
              <a:rPr lang="ko-KR" altLang="en-US" sz="840" dirty="0" b="0">
                <a:solidFill>
                  <a:srgbClr val="1D3A2A"/>
                </a:solidFill>
                <a:latin typeface="BKP2ExtraBold" pitchFamily="34" charset="0"/>
                <a:ea typeface="BKP2ExtraBold" pitchFamily="34" charset="-127"/>
                <a:cs typeface="BKP2ExtraBold" pitchFamily="34" charset="-120"/>
              </a:rPr>
              <a:t>4 성과와 환류</a:t>
            </a:r>
            <a:endParaRPr lang="en-US" sz="840" dirty="0"/>
          </a:p>
        </p:txBody>
      </p:sp>
      <p:sp>
        <p:nvSpPr>
          <p:cNvPr id="142" name="txt-1-61"/>
          <p:cNvSpPr txBox="1"/>
          <p:nvPr/>
        </p:nvSpPr>
        <p:spPr>
          <a:xfrm>
            <a:off x="496824" y="7047103"/>
            <a:ext cx="1476248" cy="328676"/>
          </a:xfrm>
          <a:prstGeom prst="rect">
            <a:avLst/>
          </a:prstGeom>
          <a:noFill/>
          <a:ln/>
        </p:spPr>
        <p:txBody>
          <a:bodyPr wrap="square" lIns="0" tIns="0" rIns="0" bIns="0" rtlCol="0" anchor="t">
            <a:noAutofit/>
          </a:bodyPr>
          <a:lstStyle/>
          <a:p>
            <a:pPr algn="l" indent="0" marL="0">
              <a:lnSpc>
                <a:spcPts val="1125"/>
              </a:lnSpc>
              <a:buNone/>
            </a:pPr>
            <a:r>
              <a:rPr lang="ko-KR" altLang="en-US" sz="700" dirty="0" b="0">
                <a:solidFill>
                  <a:srgbClr val="C08A1E"/>
                </a:solidFill>
                <a:latin typeface="BKP2SemiBold" pitchFamily="34" charset="0"/>
                <a:ea typeface="BKP2SemiBold" pitchFamily="34" charset="-127"/>
                <a:cs typeface="BKP2SemiBold" pitchFamily="34" charset="-120"/>
              </a:rPr>
              <a:t>계약~D+30</a:t>
            </a:r>
            <a:endParaRPr lang="en-US" sz="700" dirty="0"/>
          </a:p>
          <a:p>
            <a:pPr algn="l" indent="0" marL="0">
              <a:lnSpc>
                <a:spcPts val="1125"/>
              </a:lnSpc>
              <a:buNone/>
            </a:pPr>
            <a:r>
              <a:rPr lang="ko-KR" altLang="en-US" sz="750" dirty="0" b="0">
                <a:solidFill>
                  <a:srgbClr val="4C574F"/>
                </a:solidFill>
                <a:latin typeface="BKP2Regular" pitchFamily="34" charset="0"/>
                <a:ea typeface="BKP2Regular" pitchFamily="34" charset="-127"/>
                <a:cs typeface="BKP2Regular" pitchFamily="34" charset="-120"/>
              </a:rPr>
              <a:t>참여 학교 선정, 학급코드 발급 설계,</a:t>
            </a:r>
            <a:endParaRPr lang="en-US" sz="700" dirty="0"/>
          </a:p>
        </p:txBody>
      </p:sp>
      <p:sp>
        <p:nvSpPr>
          <p:cNvPr id="143" name="txt-1-62"/>
          <p:cNvSpPr txBox="1"/>
          <p:nvPr/>
        </p:nvSpPr>
        <p:spPr>
          <a:xfrm>
            <a:off x="2208149" y="7047103"/>
            <a:ext cx="1442212" cy="328676"/>
          </a:xfrm>
          <a:prstGeom prst="rect">
            <a:avLst/>
          </a:prstGeom>
          <a:noFill/>
          <a:ln/>
        </p:spPr>
        <p:txBody>
          <a:bodyPr wrap="square" lIns="0" tIns="0" rIns="0" bIns="0" rtlCol="0" anchor="t">
            <a:noAutofit/>
          </a:bodyPr>
          <a:lstStyle/>
          <a:p>
            <a:pPr algn="l" indent="0" marL="0">
              <a:lnSpc>
                <a:spcPts val="1125"/>
              </a:lnSpc>
              <a:buNone/>
            </a:pPr>
            <a:r>
              <a:rPr lang="ko-KR" altLang="en-US" sz="700" dirty="0" b="0">
                <a:solidFill>
                  <a:srgbClr val="C08A1E"/>
                </a:solidFill>
                <a:latin typeface="BKP2SemiBold" pitchFamily="34" charset="0"/>
                <a:ea typeface="BKP2SemiBold" pitchFamily="34" charset="-127"/>
                <a:cs typeface="BKP2SemiBold" pitchFamily="34" charset="-120"/>
              </a:rPr>
              <a:t>D+31~D+75</a:t>
            </a:r>
            <a:endParaRPr lang="en-US" sz="700" dirty="0"/>
          </a:p>
          <a:p>
            <a:pPr algn="l" indent="0" marL="0">
              <a:lnSpc>
                <a:spcPts val="1125"/>
              </a:lnSpc>
              <a:buNone/>
            </a:pPr>
            <a:r>
              <a:rPr lang="ko-KR" altLang="en-US" sz="750" dirty="0" b="0">
                <a:solidFill>
                  <a:srgbClr val="4C574F"/>
                </a:solidFill>
                <a:latin typeface="BKP2Regular" pitchFamily="34" charset="0"/>
                <a:ea typeface="BKP2Regular" pitchFamily="34" charset="-127"/>
                <a:cs typeface="BKP2Regular" pitchFamily="34" charset="-120"/>
              </a:rPr>
              <a:t>찾아가는 교원 연수 15시간, 학교별</a:t>
            </a:r>
            <a:endParaRPr lang="en-US" sz="700" dirty="0"/>
          </a:p>
        </p:txBody>
      </p:sp>
      <p:sp>
        <p:nvSpPr>
          <p:cNvPr id="144" name="txt-1-63"/>
          <p:cNvSpPr txBox="1"/>
          <p:nvPr/>
        </p:nvSpPr>
        <p:spPr>
          <a:xfrm>
            <a:off x="3919728" y="7047103"/>
            <a:ext cx="1562862" cy="328676"/>
          </a:xfrm>
          <a:prstGeom prst="rect">
            <a:avLst/>
          </a:prstGeom>
          <a:noFill/>
          <a:ln/>
        </p:spPr>
        <p:txBody>
          <a:bodyPr wrap="square" lIns="0" tIns="0" rIns="0" bIns="0" rtlCol="0" anchor="t">
            <a:noAutofit/>
          </a:bodyPr>
          <a:lstStyle/>
          <a:p>
            <a:pPr algn="l" indent="0" marL="0">
              <a:lnSpc>
                <a:spcPts val="1125"/>
              </a:lnSpc>
              <a:buNone/>
            </a:pPr>
            <a:r>
              <a:rPr lang="ko-KR" altLang="en-US" sz="700" dirty="0" b="0">
                <a:solidFill>
                  <a:srgbClr val="C08A1E"/>
                </a:solidFill>
                <a:latin typeface="BKP2SemiBold" pitchFamily="34" charset="0"/>
                <a:ea typeface="BKP2SemiBold" pitchFamily="34" charset="-127"/>
                <a:cs typeface="BKP2SemiBold" pitchFamily="34" charset="-120"/>
              </a:rPr>
              <a:t>D+76~종료 1개월 전</a:t>
            </a:r>
            <a:endParaRPr lang="en-US" sz="700" dirty="0"/>
          </a:p>
          <a:p>
            <a:pPr algn="l" indent="0" marL="0">
              <a:lnSpc>
                <a:spcPts val="1125"/>
              </a:lnSpc>
              <a:buNone/>
            </a:pPr>
            <a:r>
              <a:rPr lang="ko-KR" altLang="en-US" sz="750" dirty="0" b="0">
                <a:solidFill>
                  <a:srgbClr val="4C574F"/>
                </a:solidFill>
                <a:latin typeface="BKP2Regular" pitchFamily="34" charset="0"/>
                <a:ea typeface="BKP2Regular" pitchFamily="34" charset="-127"/>
                <a:cs typeface="BKP2Regular" pitchFamily="34" charset="-120"/>
              </a:rPr>
              <a:t>월간 이용 현황 점검, 미활용 학급 선제</a:t>
            </a:r>
            <a:endParaRPr lang="en-US" sz="700" dirty="0"/>
          </a:p>
        </p:txBody>
      </p:sp>
      <p:sp>
        <p:nvSpPr>
          <p:cNvPr id="145" name="txt-1-64"/>
          <p:cNvSpPr txBox="1"/>
          <p:nvPr/>
        </p:nvSpPr>
        <p:spPr>
          <a:xfrm>
            <a:off x="5631053" y="7047103"/>
            <a:ext cx="1450213" cy="328676"/>
          </a:xfrm>
          <a:prstGeom prst="rect">
            <a:avLst/>
          </a:prstGeom>
          <a:noFill/>
          <a:ln/>
        </p:spPr>
        <p:txBody>
          <a:bodyPr wrap="square" lIns="0" tIns="0" rIns="0" bIns="0" rtlCol="0" anchor="t">
            <a:noAutofit/>
          </a:bodyPr>
          <a:lstStyle/>
          <a:p>
            <a:pPr algn="l" indent="0" marL="0">
              <a:lnSpc>
                <a:spcPts val="1125"/>
              </a:lnSpc>
              <a:buNone/>
            </a:pPr>
            <a:r>
              <a:rPr lang="ko-KR" altLang="en-US" sz="700" spc="4" kern="0" dirty="0" b="0">
                <a:solidFill>
                  <a:srgbClr val="C08A1E"/>
                </a:solidFill>
                <a:latin typeface="BKP2SemiBold" pitchFamily="34" charset="0"/>
                <a:ea typeface="BKP2SemiBold" pitchFamily="34" charset="-127"/>
                <a:cs typeface="BKP2SemiBold" pitchFamily="34" charset="-120"/>
              </a:rPr>
              <a:t>종료 1개월 전~종료</a:t>
            </a:r>
            <a:endParaRPr lang="en-US" sz="700" dirty="0"/>
          </a:p>
          <a:p>
            <a:pPr algn="l" indent="0" marL="0">
              <a:lnSpc>
                <a:spcPts val="1125"/>
              </a:lnSpc>
              <a:buNone/>
            </a:pPr>
            <a:r>
              <a:rPr lang="ko-KR" altLang="en-US" sz="750" spc="4" kern="0" dirty="0" b="0">
                <a:solidFill>
                  <a:srgbClr val="4C574F"/>
                </a:solidFill>
                <a:latin typeface="BKP2Regular" pitchFamily="34" charset="0"/>
                <a:ea typeface="BKP2Regular" pitchFamily="34" charset="-127"/>
                <a:cs typeface="BKP2Regular" pitchFamily="34" charset="-120"/>
              </a:rPr>
              <a:t>성장 분석 보고, 학생과 교사 만족도</a:t>
            </a:r>
            <a:endParaRPr lang="en-US" sz="700" dirty="0"/>
          </a:p>
        </p:txBody>
      </p:sp>
      <p:sp>
        <p:nvSpPr>
          <p:cNvPr id="146" name="txt-1-65"/>
          <p:cNvSpPr txBox="1"/>
          <p:nvPr/>
        </p:nvSpPr>
        <p:spPr>
          <a:xfrm>
            <a:off x="496824" y="7332472"/>
            <a:ext cx="824738" cy="161036"/>
          </a:xfrm>
          <a:prstGeom prst="rect">
            <a:avLst/>
          </a:prstGeom>
          <a:noFill/>
          <a:ln/>
        </p:spPr>
        <p:txBody>
          <a:bodyPr wrap="square" lIns="0" tIns="0" rIns="0" bIns="0" rtlCol="0" anchor="t">
            <a:noAutofit/>
          </a:bodyPr>
          <a:lstStyle/>
          <a:p>
            <a:pPr algn="l" indent="0" marL="0">
              <a:lnSpc>
                <a:spcPts val="975"/>
              </a:lnSpc>
              <a:buNone/>
            </a:pPr>
            <a:r>
              <a:rPr lang="ko-KR" altLang="en-US" sz="750" dirty="0" b="0">
                <a:solidFill>
                  <a:srgbClr val="4C574F"/>
                </a:solidFill>
                <a:latin typeface="BKP2Regular" pitchFamily="34" charset="0"/>
                <a:ea typeface="BKP2Regular" pitchFamily="34" charset="-127"/>
                <a:cs typeface="BKP2Regular" pitchFamily="34" charset="-120"/>
              </a:rPr>
              <a:t>개인정보 보호 협의</a:t>
            </a:r>
            <a:endParaRPr lang="en-US" sz="750" dirty="0"/>
          </a:p>
        </p:txBody>
      </p:sp>
      <p:sp>
        <p:nvSpPr>
          <p:cNvPr id="147" name="txt-1-66"/>
          <p:cNvSpPr txBox="1"/>
          <p:nvPr/>
        </p:nvSpPr>
        <p:spPr>
          <a:xfrm>
            <a:off x="2208149" y="7332472"/>
            <a:ext cx="1025144" cy="161036"/>
          </a:xfrm>
          <a:prstGeom prst="rect">
            <a:avLst/>
          </a:prstGeom>
          <a:noFill/>
          <a:ln/>
        </p:spPr>
        <p:txBody>
          <a:bodyPr wrap="square" lIns="0" tIns="0" rIns="0" bIns="0" rtlCol="0" anchor="t">
            <a:noAutofit/>
          </a:bodyPr>
          <a:lstStyle/>
          <a:p>
            <a:pPr algn="l" indent="0" marL="0">
              <a:lnSpc>
                <a:spcPts val="975"/>
              </a:lnSpc>
              <a:buNone/>
            </a:pPr>
            <a:r>
              <a:rPr lang="ko-KR" altLang="en-US" sz="750" dirty="0" b="0">
                <a:solidFill>
                  <a:srgbClr val="4C574F"/>
                </a:solidFill>
                <a:latin typeface="BKP2Regular" pitchFamily="34" charset="0"/>
                <a:ea typeface="BKP2Regular" pitchFamily="34" charset="-127"/>
                <a:cs typeface="BKP2Regular" pitchFamily="34" charset="-120"/>
              </a:rPr>
              <a:t>온보딩, 헬프데스크 개설</a:t>
            </a:r>
            <a:endParaRPr lang="en-US" sz="750" dirty="0"/>
          </a:p>
        </p:txBody>
      </p:sp>
      <p:sp>
        <p:nvSpPr>
          <p:cNvPr id="148" name="txt-1-67"/>
          <p:cNvSpPr txBox="1"/>
          <p:nvPr/>
        </p:nvSpPr>
        <p:spPr>
          <a:xfrm>
            <a:off x="3919728" y="7332472"/>
            <a:ext cx="876046" cy="161036"/>
          </a:xfrm>
          <a:prstGeom prst="rect">
            <a:avLst/>
          </a:prstGeom>
          <a:noFill/>
          <a:ln/>
        </p:spPr>
        <p:txBody>
          <a:bodyPr wrap="square" lIns="0" tIns="0" rIns="0" bIns="0" rtlCol="0" anchor="t">
            <a:noAutofit/>
          </a:bodyPr>
          <a:lstStyle/>
          <a:p>
            <a:pPr algn="l" indent="0" marL="0">
              <a:lnSpc>
                <a:spcPts val="975"/>
              </a:lnSpc>
              <a:buNone/>
            </a:pPr>
            <a:r>
              <a:rPr lang="ko-KR" altLang="en-US" sz="750" dirty="0" b="0">
                <a:solidFill>
                  <a:srgbClr val="4C574F"/>
                </a:solidFill>
                <a:latin typeface="BKP2Regular" pitchFamily="34" charset="0"/>
                <a:ea typeface="BKP2Regular" pitchFamily="34" charset="-127"/>
                <a:cs typeface="BKP2Regular" pitchFamily="34" charset="-120"/>
              </a:rPr>
              <a:t>지원, 우수 사례 발굴</a:t>
            </a:r>
            <a:endParaRPr lang="en-US" sz="750" dirty="0"/>
          </a:p>
        </p:txBody>
      </p:sp>
      <p:sp>
        <p:nvSpPr>
          <p:cNvPr id="149" name="txt-1-68"/>
          <p:cNvSpPr txBox="1"/>
          <p:nvPr/>
        </p:nvSpPr>
        <p:spPr>
          <a:xfrm>
            <a:off x="5631053" y="7332472"/>
            <a:ext cx="676275" cy="161036"/>
          </a:xfrm>
          <a:prstGeom prst="rect">
            <a:avLst/>
          </a:prstGeom>
          <a:noFill/>
          <a:ln/>
        </p:spPr>
        <p:txBody>
          <a:bodyPr wrap="square" lIns="0" tIns="0" rIns="0" bIns="0" rtlCol="0" anchor="t">
            <a:noAutofit/>
          </a:bodyPr>
          <a:lstStyle/>
          <a:p>
            <a:pPr algn="l" indent="0" marL="0">
              <a:lnSpc>
                <a:spcPts val="975"/>
              </a:lnSpc>
              <a:buNone/>
            </a:pPr>
            <a:r>
              <a:rPr lang="ko-KR" altLang="en-US" sz="750" dirty="0" b="0">
                <a:solidFill>
                  <a:srgbClr val="4C574F"/>
                </a:solidFill>
                <a:latin typeface="BKP2Regular" pitchFamily="34" charset="0"/>
                <a:ea typeface="BKP2Regular" pitchFamily="34" charset="-127"/>
                <a:cs typeface="BKP2Regular" pitchFamily="34" charset="-120"/>
              </a:rPr>
              <a:t>조사, 결과 보고</a:t>
            </a:r>
            <a:endParaRPr lang="en-US" sz="750" dirty="0"/>
          </a:p>
        </p:txBody>
      </p:sp>
      <p:sp>
        <p:nvSpPr>
          <p:cNvPr id="150" name="txt-1-69"/>
          <p:cNvSpPr txBox="1"/>
          <p:nvPr/>
        </p:nvSpPr>
        <p:spPr>
          <a:xfrm>
            <a:off x="452628" y="7684770"/>
            <a:ext cx="141986" cy="163068"/>
          </a:xfrm>
          <a:prstGeom prst="rect">
            <a:avLst/>
          </a:prstGeom>
          <a:noFill/>
          <a:ln/>
        </p:spPr>
        <p:txBody>
          <a:bodyPr wrap="square" lIns="0" tIns="0" rIns="0" bIns="0" rtlCol="0" anchor="t">
            <a:noAutofit/>
          </a:bodyPr>
          <a:lstStyle/>
          <a:p>
            <a:pPr algn="l" indent="0" marL="0">
              <a:lnSpc>
                <a:spcPts val="988"/>
              </a:lnSpc>
              <a:buNone/>
            </a:pPr>
            <a:r>
              <a:rPr lang="ko-KR" altLang="en-US" sz="760" b="0" dirty="0">
                <a:solidFill>
                  <a:srgbClr val="FFFFFF"/>
                </a:solidFill>
                <a:latin typeface="BKP2Bold" pitchFamily="34" charset="0"/>
                <a:ea typeface="BKP2Bold" pitchFamily="34" charset="-127"/>
                <a:cs typeface="BKP2Bold" pitchFamily="34" charset="-120"/>
              </a:rPr>
              <a:t>6</a:t>
            </a:r>
            <a:endParaRPr lang="en-US" sz="760" dirty="0"/>
          </a:p>
        </p:txBody>
      </p:sp>
      <p:sp>
        <p:nvSpPr>
          <p:cNvPr id="151" name="txt-1-70"/>
          <p:cNvSpPr txBox="1"/>
          <p:nvPr/>
        </p:nvSpPr>
        <p:spPr>
          <a:xfrm>
            <a:off x="2888234" y="7684770"/>
            <a:ext cx="135001" cy="163068"/>
          </a:xfrm>
          <a:prstGeom prst="rect">
            <a:avLst/>
          </a:prstGeom>
          <a:noFill/>
          <a:ln/>
        </p:spPr>
        <p:txBody>
          <a:bodyPr wrap="square" lIns="0" tIns="0" rIns="0" bIns="0" rtlCol="0" anchor="t">
            <a:noAutofit/>
          </a:bodyPr>
          <a:lstStyle/>
          <a:p>
            <a:pPr algn="l" indent="0" marL="0">
              <a:lnSpc>
                <a:spcPts val="988"/>
              </a:lnSpc>
              <a:buNone/>
            </a:pPr>
            <a:r>
              <a:rPr lang="ko-KR" altLang="en-US" sz="760" b="0" dirty="0">
                <a:solidFill>
                  <a:srgbClr val="FFFFFF"/>
                </a:solidFill>
                <a:latin typeface="BKP2Bold" pitchFamily="34" charset="0"/>
                <a:ea typeface="BKP2Bold" pitchFamily="34" charset="-127"/>
                <a:cs typeface="BKP2Bold" pitchFamily="34" charset="-120"/>
              </a:rPr>
              <a:t>7</a:t>
            </a:r>
            <a:endParaRPr lang="en-US" sz="760" dirty="0"/>
          </a:p>
        </p:txBody>
      </p:sp>
      <p:sp>
        <p:nvSpPr>
          <p:cNvPr id="152" name="txt-1-71"/>
          <p:cNvSpPr txBox="1"/>
          <p:nvPr/>
        </p:nvSpPr>
        <p:spPr>
          <a:xfrm>
            <a:off x="5105908" y="7684770"/>
            <a:ext cx="142113" cy="163068"/>
          </a:xfrm>
          <a:prstGeom prst="rect">
            <a:avLst/>
          </a:prstGeom>
          <a:noFill/>
          <a:ln/>
        </p:spPr>
        <p:txBody>
          <a:bodyPr wrap="square" lIns="0" tIns="0" rIns="0" bIns="0" rtlCol="0" anchor="t">
            <a:noAutofit/>
          </a:bodyPr>
          <a:lstStyle/>
          <a:p>
            <a:pPr algn="l" indent="0" marL="0">
              <a:lnSpc>
                <a:spcPts val="988"/>
              </a:lnSpc>
              <a:buNone/>
            </a:pPr>
            <a:r>
              <a:rPr lang="ko-KR" altLang="en-US" sz="760" b="0" dirty="0">
                <a:solidFill>
                  <a:srgbClr val="FFFFFF"/>
                </a:solidFill>
                <a:latin typeface="BKP2Bold" pitchFamily="34" charset="0"/>
                <a:ea typeface="BKP2Bold" pitchFamily="34" charset="-127"/>
                <a:cs typeface="BKP2Bold" pitchFamily="34" charset="-120"/>
              </a:rPr>
              <a:t>8</a:t>
            </a:r>
            <a:endParaRPr lang="en-US" sz="760" dirty="0"/>
          </a:p>
        </p:txBody>
      </p:sp>
      <p:sp>
        <p:nvSpPr>
          <p:cNvPr id="153" name="txt-1-72"/>
          <p:cNvSpPr txBox="1"/>
          <p:nvPr/>
        </p:nvSpPr>
        <p:spPr>
          <a:xfrm>
            <a:off x="634873" y="7656195"/>
            <a:ext cx="1187196" cy="227457"/>
          </a:xfrm>
          <a:prstGeom prst="rect">
            <a:avLst/>
          </a:prstGeom>
          <a:noFill/>
          <a:ln/>
        </p:spPr>
        <p:txBody>
          <a:bodyPr wrap="square" lIns="0" tIns="0" rIns="0" bIns="0" rtlCol="0" anchor="t">
            <a:noAutofit/>
          </a:bodyPr>
          <a:lstStyle/>
          <a:p>
            <a:pPr algn="l" indent="0" marL="0">
              <a:lnSpc>
                <a:spcPts val="1378"/>
              </a:lnSpc>
              <a:buNone/>
            </a:pPr>
            <a:r>
              <a:rPr lang="ko-KR" altLang="en-US" sz="1060" dirty="0" b="0">
                <a:solidFill>
                  <a:srgbClr val="1D3A2A"/>
                </a:solidFill>
                <a:latin typeface="BKP2ExtraBold" pitchFamily="34" charset="0"/>
                <a:ea typeface="BKP2ExtraBold" pitchFamily="34" charset="-127"/>
                <a:cs typeface="BKP2ExtraBold" pitchFamily="34" charset="-120"/>
              </a:rPr>
              <a:t>1년차 성과 목표(안)</a:t>
            </a:r>
            <a:endParaRPr lang="en-US" sz="1060" dirty="0"/>
          </a:p>
        </p:txBody>
      </p:sp>
      <p:sp>
        <p:nvSpPr>
          <p:cNvPr id="154" name="txt-1-73"/>
          <p:cNvSpPr txBox="1"/>
          <p:nvPr/>
        </p:nvSpPr>
        <p:spPr>
          <a:xfrm>
            <a:off x="3067177" y="7656195"/>
            <a:ext cx="1297686" cy="227457"/>
          </a:xfrm>
          <a:prstGeom prst="rect">
            <a:avLst/>
          </a:prstGeom>
          <a:noFill/>
          <a:ln/>
        </p:spPr>
        <p:txBody>
          <a:bodyPr wrap="square" lIns="0" tIns="0" rIns="0" bIns="0" rtlCol="0" anchor="t">
            <a:noAutofit/>
          </a:bodyPr>
          <a:lstStyle/>
          <a:p>
            <a:pPr algn="l" indent="0" marL="0">
              <a:lnSpc>
                <a:spcPts val="1378"/>
              </a:lnSpc>
              <a:buNone/>
            </a:pPr>
            <a:r>
              <a:rPr lang="ko-KR" altLang="en-US" sz="1060" dirty="0" b="0">
                <a:solidFill>
                  <a:srgbClr val="1D3A2A"/>
                </a:solidFill>
                <a:latin typeface="BKP2ExtraBold" pitchFamily="34" charset="0"/>
                <a:ea typeface="BKP2ExtraBold" pitchFamily="34" charset="-127"/>
                <a:cs typeface="BKP2ExtraBold" pitchFamily="34" charset="-120"/>
              </a:rPr>
              <a:t>연간 사업비(안)</a:t>
            </a:r>
            <a:pPr algn="l" indent="0" marL="0">
              <a:lnSpc>
                <a:spcPts val="1378"/>
              </a:lnSpc>
              <a:buNone/>
            </a:pPr>
            <a:r>
              <a:rPr lang="ko-KR" altLang="en-US" sz="760" dirty="0" b="0">
                <a:solidFill>
                  <a:srgbClr val="7B847D"/>
                </a:solidFill>
                <a:latin typeface="BKP2Medium" pitchFamily="34" charset="0"/>
                <a:ea typeface="BKP2Medium" pitchFamily="34" charset="-127"/>
                <a:cs typeface="BKP2Medium" pitchFamily="34" charset="-120"/>
              </a:rPr>
              <a:t>   학교당</a:t>
            </a:r>
            <a:endParaRPr lang="en-US" sz="1060" dirty="0"/>
          </a:p>
        </p:txBody>
      </p:sp>
      <p:sp>
        <p:nvSpPr>
          <p:cNvPr id="155" name="txt-1-74"/>
          <p:cNvSpPr txBox="1"/>
          <p:nvPr/>
        </p:nvSpPr>
        <p:spPr>
          <a:xfrm>
            <a:off x="5288153" y="7656195"/>
            <a:ext cx="1168654" cy="227457"/>
          </a:xfrm>
          <a:prstGeom prst="rect">
            <a:avLst/>
          </a:prstGeom>
          <a:noFill/>
          <a:ln/>
        </p:spPr>
        <p:txBody>
          <a:bodyPr wrap="square" lIns="0" tIns="0" rIns="0" bIns="0" rtlCol="0" anchor="t">
            <a:noAutofit/>
          </a:bodyPr>
          <a:lstStyle/>
          <a:p>
            <a:pPr algn="l" indent="0" marL="0">
              <a:lnSpc>
                <a:spcPts val="1378"/>
              </a:lnSpc>
              <a:buNone/>
            </a:pPr>
            <a:r>
              <a:rPr lang="ko-KR" altLang="en-US" sz="1060" dirty="0" b="0">
                <a:solidFill>
                  <a:srgbClr val="1D3A2A"/>
                </a:solidFill>
                <a:latin typeface="BKP2ExtraBold" pitchFamily="34" charset="0"/>
                <a:ea typeface="BKP2ExtraBold" pitchFamily="34" charset="-127"/>
                <a:cs typeface="BKP2ExtraBold" pitchFamily="34" charset="-120"/>
              </a:rPr>
              <a:t>수행 기관 MSECM</a:t>
            </a:r>
            <a:endParaRPr lang="en-US" sz="1060" dirty="0"/>
          </a:p>
        </p:txBody>
      </p:sp>
      <p:sp>
        <p:nvSpPr>
          <p:cNvPr id="156" name="txt-1-75"/>
          <p:cNvSpPr txBox="1"/>
          <p:nvPr/>
        </p:nvSpPr>
        <p:spPr>
          <a:xfrm>
            <a:off x="471551" y="7933182"/>
            <a:ext cx="624586" cy="205994"/>
          </a:xfrm>
          <a:prstGeom prst="rect">
            <a:avLst/>
          </a:prstGeom>
          <a:noFill/>
          <a:ln/>
        </p:spPr>
        <p:txBody>
          <a:bodyPr wrap="square" lIns="0" tIns="0" rIns="0" bIns="0" rtlCol="0" anchor="t">
            <a:noAutofit/>
          </a:bodyPr>
          <a:lstStyle/>
          <a:p>
            <a:pPr algn="l" indent="0" marL="0">
              <a:lnSpc>
                <a:spcPts val="1248"/>
              </a:lnSpc>
              <a:buNone/>
            </a:pPr>
            <a:r>
              <a:rPr lang="ko-KR" altLang="en-US" sz="960" dirty="0" b="0">
                <a:solidFill>
                  <a:srgbClr val="2E7A4E"/>
                </a:solidFill>
                <a:latin typeface="BKP2ExtraBold" pitchFamily="34" charset="0"/>
                <a:ea typeface="BKP2ExtraBold" pitchFamily="34" charset="-127"/>
                <a:cs typeface="BKP2ExtraBold" pitchFamily="34" charset="-120"/>
              </a:rPr>
              <a:t>20% 증가</a:t>
            </a:r>
            <a:endParaRPr lang="en-US" sz="960" dirty="0"/>
          </a:p>
        </p:txBody>
      </p:sp>
      <p:sp>
        <p:nvSpPr>
          <p:cNvPr id="157" name="txt-1-76"/>
          <p:cNvSpPr txBox="1"/>
          <p:nvPr/>
        </p:nvSpPr>
        <p:spPr>
          <a:xfrm>
            <a:off x="1261999" y="7933182"/>
            <a:ext cx="618871" cy="205994"/>
          </a:xfrm>
          <a:prstGeom prst="rect">
            <a:avLst/>
          </a:prstGeom>
          <a:noFill/>
          <a:ln/>
        </p:spPr>
        <p:txBody>
          <a:bodyPr wrap="square" lIns="0" tIns="0" rIns="0" bIns="0" rtlCol="0" anchor="t">
            <a:noAutofit/>
          </a:bodyPr>
          <a:lstStyle/>
          <a:p>
            <a:pPr algn="l" indent="0" marL="0">
              <a:lnSpc>
                <a:spcPts val="1248"/>
              </a:lnSpc>
              <a:buNone/>
            </a:pPr>
            <a:r>
              <a:rPr lang="ko-KR" altLang="en-US" sz="960" dirty="0" b="0">
                <a:solidFill>
                  <a:srgbClr val="2E7A4E"/>
                </a:solidFill>
                <a:latin typeface="BKP2ExtraBold" pitchFamily="34" charset="0"/>
                <a:ea typeface="BKP2ExtraBold" pitchFamily="34" charset="-127"/>
                <a:cs typeface="BKP2ExtraBold" pitchFamily="34" charset="-120"/>
              </a:rPr>
              <a:t>5%p 상승</a:t>
            </a:r>
            <a:endParaRPr lang="en-US" sz="960" dirty="0"/>
          </a:p>
        </p:txBody>
      </p:sp>
      <p:sp>
        <p:nvSpPr>
          <p:cNvPr id="158" name="txt-1-77"/>
          <p:cNvSpPr txBox="1"/>
          <p:nvPr/>
        </p:nvSpPr>
        <p:spPr>
          <a:xfrm>
            <a:off x="2052320" y="7933182"/>
            <a:ext cx="624586" cy="205994"/>
          </a:xfrm>
          <a:prstGeom prst="rect">
            <a:avLst/>
          </a:prstGeom>
          <a:noFill/>
          <a:ln/>
        </p:spPr>
        <p:txBody>
          <a:bodyPr wrap="square" lIns="0" tIns="0" rIns="0" bIns="0" rtlCol="0" anchor="t">
            <a:noAutofit/>
          </a:bodyPr>
          <a:lstStyle/>
          <a:p>
            <a:pPr algn="l" indent="0" marL="0">
              <a:lnSpc>
                <a:spcPts val="1248"/>
              </a:lnSpc>
              <a:buNone/>
            </a:pPr>
            <a:r>
              <a:rPr lang="ko-KR" altLang="en-US" sz="960" dirty="0" b="0">
                <a:solidFill>
                  <a:srgbClr val="2E7A4E"/>
                </a:solidFill>
                <a:latin typeface="BKP2ExtraBold" pitchFamily="34" charset="0"/>
                <a:ea typeface="BKP2ExtraBold" pitchFamily="34" charset="-127"/>
                <a:cs typeface="BKP2ExtraBold" pitchFamily="34" charset="-120"/>
              </a:rPr>
              <a:t>20% 감소</a:t>
            </a:r>
            <a:endParaRPr lang="en-US" sz="960" dirty="0"/>
          </a:p>
        </p:txBody>
      </p:sp>
      <p:sp>
        <p:nvSpPr>
          <p:cNvPr id="159" name="txt-1-78"/>
          <p:cNvSpPr txBox="1"/>
          <p:nvPr/>
        </p:nvSpPr>
        <p:spPr>
          <a:xfrm>
            <a:off x="5132070" y="7913370"/>
            <a:ext cx="408051" cy="225425"/>
          </a:xfrm>
          <a:prstGeom prst="rect">
            <a:avLst/>
          </a:prstGeom>
          <a:noFill/>
          <a:ln/>
        </p:spPr>
        <p:txBody>
          <a:bodyPr wrap="square" lIns="0" tIns="0" rIns="0" bIns="0" rtlCol="0" anchor="t">
            <a:noAutofit/>
          </a:bodyPr>
          <a:lstStyle/>
          <a:p>
            <a:pPr algn="l" indent="0" marL="0">
              <a:lnSpc>
                <a:spcPts val="1365"/>
              </a:lnSpc>
              <a:buNone/>
            </a:pPr>
            <a:r>
              <a:rPr lang="ko-KR" altLang="en-US" sz="1050" dirty="0" b="0">
                <a:solidFill>
                  <a:srgbClr val="1D3A2A"/>
                </a:solidFill>
                <a:latin typeface="BKP2ExtraBold" pitchFamily="34" charset="0"/>
                <a:ea typeface="BKP2ExtraBold" pitchFamily="34" charset="-127"/>
                <a:cs typeface="BKP2ExtraBold" pitchFamily="34" charset="-120"/>
              </a:rPr>
              <a:t>185</a:t>
            </a:r>
            <a:pPr algn="l" indent="0" marL="0">
              <a:lnSpc>
                <a:spcPts val="1365"/>
              </a:lnSpc>
              <a:buNone/>
            </a:pPr>
            <a:r>
              <a:rPr lang="ko-KR" altLang="en-US" sz="700" b="0" dirty="0">
                <a:solidFill>
                  <a:srgbClr val="1D3A2A"/>
                </a:solidFill>
                <a:latin typeface="BKP2Bold" pitchFamily="34" charset="0"/>
                <a:ea typeface="BKP2Bold" pitchFamily="34" charset="-127"/>
                <a:cs typeface="BKP2Bold" pitchFamily="34" charset="-120"/>
              </a:rPr>
              <a:t>건</a:t>
            </a:r>
            <a:endParaRPr lang="en-US" sz="1050" dirty="0"/>
          </a:p>
        </p:txBody>
      </p:sp>
      <p:sp>
        <p:nvSpPr>
          <p:cNvPr id="160" name="txt-1-79"/>
          <p:cNvSpPr txBox="1"/>
          <p:nvPr/>
        </p:nvSpPr>
        <p:spPr>
          <a:xfrm>
            <a:off x="6212078" y="7913370"/>
            <a:ext cx="559816" cy="225425"/>
          </a:xfrm>
          <a:prstGeom prst="rect">
            <a:avLst/>
          </a:prstGeom>
          <a:noFill/>
          <a:ln/>
        </p:spPr>
        <p:txBody>
          <a:bodyPr wrap="square" lIns="0" tIns="0" rIns="0" bIns="0" rtlCol="0" anchor="t">
            <a:noAutofit/>
          </a:bodyPr>
          <a:lstStyle/>
          <a:p>
            <a:pPr algn="l" indent="0" marL="0">
              <a:lnSpc>
                <a:spcPts val="1365"/>
              </a:lnSpc>
              <a:buNone/>
            </a:pPr>
            <a:r>
              <a:rPr lang="ko-KR" altLang="en-US" sz="1050" spc="-26" kern="0" dirty="0" b="0">
                <a:solidFill>
                  <a:srgbClr val="1D3A2A"/>
                </a:solidFill>
                <a:latin typeface="BKP2ExtraBold" pitchFamily="34" charset="0"/>
                <a:ea typeface="BKP2ExtraBold" pitchFamily="34" charset="-127"/>
                <a:cs typeface="BKP2ExtraBold" pitchFamily="34" charset="-120"/>
              </a:rPr>
              <a:t>93.0</a:t>
            </a:r>
            <a:pPr algn="l" indent="0" marL="0">
              <a:lnSpc>
                <a:spcPts val="1365"/>
              </a:lnSpc>
              <a:buNone/>
            </a:pPr>
            <a:r>
              <a:rPr lang="ko-KR" altLang="en-US" sz="700" b="0" spc="-26" kern="0" dirty="0">
                <a:solidFill>
                  <a:srgbClr val="1D3A2A"/>
                </a:solidFill>
                <a:latin typeface="BKP2Bold" pitchFamily="34" charset="0"/>
                <a:ea typeface="BKP2Bold" pitchFamily="34" charset="-127"/>
                <a:cs typeface="BKP2Bold" pitchFamily="34" charset="-120"/>
              </a:rPr>
              <a:t>억 원</a:t>
            </a:r>
            <a:endParaRPr lang="en-US" sz="1050" dirty="0"/>
          </a:p>
        </p:txBody>
      </p:sp>
      <p:sp>
        <p:nvSpPr>
          <p:cNvPr id="161" name="txt-1-80"/>
          <p:cNvSpPr txBox="1"/>
          <p:nvPr/>
        </p:nvSpPr>
        <p:spPr>
          <a:xfrm>
            <a:off x="2911094" y="7933563"/>
            <a:ext cx="530225" cy="214630"/>
          </a:xfrm>
          <a:prstGeom prst="rect">
            <a:avLst/>
          </a:prstGeom>
          <a:noFill/>
          <a:ln/>
        </p:spPr>
        <p:txBody>
          <a:bodyPr wrap="square" lIns="0" tIns="0" rIns="0" bIns="0" rtlCol="0" anchor="t">
            <a:noAutofit/>
          </a:bodyPr>
          <a:lstStyle/>
          <a:p>
            <a:pPr algn="l" indent="0" marL="0">
              <a:lnSpc>
                <a:spcPts val="1300"/>
              </a:lnSpc>
              <a:buNone/>
            </a:pPr>
            <a:r>
              <a:rPr lang="ko-KR" altLang="en-US" sz="1000" dirty="0" b="0">
                <a:solidFill>
                  <a:srgbClr val="1D3A2A"/>
                </a:solidFill>
                <a:latin typeface="BKP2ExtraBold" pitchFamily="34" charset="0"/>
                <a:ea typeface="BKP2ExtraBold" pitchFamily="34" charset="-127"/>
                <a:cs typeface="BKP2ExtraBold" pitchFamily="34" charset="-120"/>
              </a:rPr>
              <a:t>500</a:t>
            </a:r>
            <a:pPr algn="l" indent="0" marL="0">
              <a:lnSpc>
                <a:spcPts val="1300"/>
              </a:lnSpc>
              <a:buNone/>
            </a:pPr>
            <a:r>
              <a:rPr lang="ko-KR" altLang="en-US" sz="700" b="0" dirty="0">
                <a:solidFill>
                  <a:srgbClr val="1D3A2A"/>
                </a:solidFill>
                <a:latin typeface="BKP2Bold" pitchFamily="34" charset="0"/>
                <a:ea typeface="BKP2Bold" pitchFamily="34" charset="-127"/>
                <a:cs typeface="BKP2Bold" pitchFamily="34" charset="-120"/>
              </a:rPr>
              <a:t>만 원</a:t>
            </a:r>
            <a:endParaRPr lang="en-US" sz="1000" dirty="0"/>
          </a:p>
        </p:txBody>
      </p:sp>
      <p:sp>
        <p:nvSpPr>
          <p:cNvPr id="162" name="txt-1-81"/>
          <p:cNvSpPr txBox="1"/>
          <p:nvPr/>
        </p:nvSpPr>
        <p:spPr>
          <a:xfrm>
            <a:off x="3991102" y="7933563"/>
            <a:ext cx="631444" cy="214630"/>
          </a:xfrm>
          <a:prstGeom prst="rect">
            <a:avLst/>
          </a:prstGeom>
          <a:noFill/>
          <a:ln/>
        </p:spPr>
        <p:txBody>
          <a:bodyPr wrap="square" lIns="0" tIns="0" rIns="0" bIns="0" rtlCol="0" anchor="t">
            <a:noAutofit/>
          </a:bodyPr>
          <a:lstStyle/>
          <a:p>
            <a:pPr algn="l" indent="0" marL="0">
              <a:lnSpc>
                <a:spcPts val="1300"/>
              </a:lnSpc>
              <a:buNone/>
            </a:pPr>
            <a:r>
              <a:rPr lang="ko-KR" altLang="en-US" sz="1000" spc="-11" kern="0" dirty="0" b="0">
                <a:solidFill>
                  <a:srgbClr val="F2D58A"/>
                </a:solidFill>
                <a:latin typeface="BKP2ExtraBold" pitchFamily="34" charset="0"/>
                <a:ea typeface="BKP2ExtraBold" pitchFamily="34" charset="-127"/>
                <a:cs typeface="BKP2ExtraBold" pitchFamily="34" charset="-120"/>
              </a:rPr>
              <a:t>1,000</a:t>
            </a:r>
            <a:pPr algn="l" indent="0" marL="0">
              <a:lnSpc>
                <a:spcPts val="1300"/>
              </a:lnSpc>
              <a:buNone/>
            </a:pPr>
            <a:r>
              <a:rPr lang="ko-KR" altLang="en-US" sz="700" b="0" spc="-11" kern="0" dirty="0">
                <a:solidFill>
                  <a:srgbClr val="F2D58A"/>
                </a:solidFill>
                <a:latin typeface="BKP2Bold" pitchFamily="34" charset="0"/>
                <a:ea typeface="BKP2Bold" pitchFamily="34" charset="-127"/>
                <a:cs typeface="BKP2Bold" pitchFamily="34" charset="-120"/>
              </a:rPr>
              <a:t>만 원</a:t>
            </a:r>
            <a:endParaRPr lang="en-US" sz="1000" dirty="0"/>
          </a:p>
        </p:txBody>
      </p:sp>
      <p:sp>
        <p:nvSpPr>
          <p:cNvPr id="163" name="txt-1-82"/>
          <p:cNvSpPr txBox="1"/>
          <p:nvPr/>
        </p:nvSpPr>
        <p:spPr>
          <a:xfrm>
            <a:off x="471551" y="8085836"/>
            <a:ext cx="461264" cy="262890"/>
          </a:xfrm>
          <a:prstGeom prst="rect">
            <a:avLst/>
          </a:prstGeom>
          <a:noFill/>
          <a:ln/>
        </p:spPr>
        <p:txBody>
          <a:bodyPr wrap="square" lIns="0" tIns="0" rIns="0" bIns="0" rtlCol="0" anchor="t">
            <a:noAutofit/>
          </a:bodyPr>
          <a:lstStyle/>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1인 월평균</a:t>
            </a:r>
            <a:endParaRPr lang="en-US" sz="690" dirty="0"/>
          </a:p>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완독 권수</a:t>
            </a:r>
            <a:endParaRPr lang="en-US" sz="690" dirty="0"/>
          </a:p>
        </p:txBody>
      </p:sp>
      <p:sp>
        <p:nvSpPr>
          <p:cNvPr id="164" name="txt-1-83"/>
          <p:cNvSpPr txBox="1"/>
          <p:nvPr/>
        </p:nvSpPr>
        <p:spPr>
          <a:xfrm>
            <a:off x="1261999" y="8085836"/>
            <a:ext cx="500888" cy="262890"/>
          </a:xfrm>
          <a:prstGeom prst="rect">
            <a:avLst/>
          </a:prstGeom>
          <a:noFill/>
          <a:ln/>
        </p:spPr>
        <p:txBody>
          <a:bodyPr wrap="square" lIns="0" tIns="0" rIns="0" bIns="0" rtlCol="0" anchor="t">
            <a:noAutofit/>
          </a:bodyPr>
          <a:lstStyle/>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어휘력 진단</a:t>
            </a:r>
            <a:endParaRPr lang="en-US" sz="690" dirty="0"/>
          </a:p>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평균 정답률</a:t>
            </a:r>
            <a:endParaRPr lang="en-US" sz="690" dirty="0"/>
          </a:p>
        </p:txBody>
      </p:sp>
      <p:sp>
        <p:nvSpPr>
          <p:cNvPr id="165" name="txt-1-84"/>
          <p:cNvSpPr txBox="1"/>
          <p:nvPr/>
        </p:nvSpPr>
        <p:spPr>
          <a:xfrm>
            <a:off x="2052320" y="8085836"/>
            <a:ext cx="644398" cy="262890"/>
          </a:xfrm>
          <a:prstGeom prst="rect">
            <a:avLst/>
          </a:prstGeom>
          <a:noFill/>
          <a:ln/>
        </p:spPr>
        <p:txBody>
          <a:bodyPr wrap="square" lIns="0" tIns="0" rIns="0" bIns="0" rtlCol="0" anchor="t">
            <a:noAutofit/>
          </a:bodyPr>
          <a:lstStyle/>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「천천히 다지기」</a:t>
            </a:r>
            <a:endParaRPr lang="en-US" sz="690" dirty="0"/>
          </a:p>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학생 비율</a:t>
            </a:r>
            <a:endParaRPr lang="en-US" sz="690" dirty="0"/>
          </a:p>
        </p:txBody>
      </p:sp>
      <p:sp>
        <p:nvSpPr>
          <p:cNvPr id="166" name="txt-1-85"/>
          <p:cNvSpPr txBox="1"/>
          <p:nvPr/>
        </p:nvSpPr>
        <p:spPr>
          <a:xfrm>
            <a:off x="5132070" y="8085963"/>
            <a:ext cx="765048" cy="148082"/>
          </a:xfrm>
          <a:prstGeom prst="rect">
            <a:avLst/>
          </a:prstGeom>
          <a:noFill/>
          <a:ln/>
        </p:spPr>
        <p:txBody>
          <a:bodyPr wrap="square" lIns="0" tIns="0" rIns="0" bIns="0" rtlCol="0" anchor="t">
            <a:noAutofit/>
          </a:bodyPr>
          <a:lstStyle/>
          <a:p>
            <a:pPr algn="l" indent="0" marL="0">
              <a:lnSpc>
                <a:spcPts val="897"/>
              </a:lnSpc>
              <a:buNone/>
            </a:pPr>
            <a:r>
              <a:rPr lang="ko-KR" altLang="en-US" sz="690" dirty="0" b="0">
                <a:solidFill>
                  <a:srgbClr val="4C574F"/>
                </a:solidFill>
                <a:latin typeface="BKP2Regular" pitchFamily="34" charset="0"/>
                <a:ea typeface="BKP2Regular" pitchFamily="34" charset="-127"/>
                <a:cs typeface="BKP2Regular" pitchFamily="34" charset="-120"/>
              </a:rPr>
              <a:t>공공 독서교육 계약</a:t>
            </a:r>
            <a:endParaRPr lang="en-US" sz="690" dirty="0"/>
          </a:p>
        </p:txBody>
      </p:sp>
      <p:sp>
        <p:nvSpPr>
          <p:cNvPr id="167" name="txt-1-86"/>
          <p:cNvSpPr txBox="1"/>
          <p:nvPr/>
        </p:nvSpPr>
        <p:spPr>
          <a:xfrm>
            <a:off x="6212078" y="8085963"/>
            <a:ext cx="604393" cy="148082"/>
          </a:xfrm>
          <a:prstGeom prst="rect">
            <a:avLst/>
          </a:prstGeom>
          <a:noFill/>
          <a:ln/>
        </p:spPr>
        <p:txBody>
          <a:bodyPr wrap="square" lIns="0" tIns="0" rIns="0" bIns="0" rtlCol="0" anchor="t">
            <a:noAutofit/>
          </a:bodyPr>
          <a:lstStyle/>
          <a:p>
            <a:pPr algn="l" indent="0" marL="0">
              <a:lnSpc>
                <a:spcPts val="897"/>
              </a:lnSpc>
              <a:buNone/>
            </a:pPr>
            <a:r>
              <a:rPr lang="ko-KR" altLang="en-US" sz="690" dirty="0" b="0">
                <a:solidFill>
                  <a:srgbClr val="4C574F"/>
                </a:solidFill>
                <a:latin typeface="BKP2Regular" pitchFamily="34" charset="0"/>
                <a:ea typeface="BKP2Regular" pitchFamily="34" charset="-127"/>
                <a:cs typeface="BKP2Regular" pitchFamily="34" charset="-120"/>
              </a:rPr>
              <a:t>누적 계약 금액</a:t>
            </a:r>
            <a:endParaRPr lang="en-US" sz="690" dirty="0"/>
          </a:p>
        </p:txBody>
      </p:sp>
      <p:sp>
        <p:nvSpPr>
          <p:cNvPr id="168" name="txt-1-87"/>
          <p:cNvSpPr txBox="1"/>
          <p:nvPr/>
        </p:nvSpPr>
        <p:spPr>
          <a:xfrm>
            <a:off x="2911094" y="8095234"/>
            <a:ext cx="765556" cy="148082"/>
          </a:xfrm>
          <a:prstGeom prst="rect">
            <a:avLst/>
          </a:prstGeom>
          <a:noFill/>
          <a:ln/>
        </p:spPr>
        <p:txBody>
          <a:bodyPr wrap="square" lIns="0" tIns="0" rIns="0" bIns="0" rtlCol="0" anchor="t">
            <a:noAutofit/>
          </a:bodyPr>
          <a:lstStyle/>
          <a:p>
            <a:pPr algn="l" indent="0" marL="0">
              <a:lnSpc>
                <a:spcPts val="897"/>
              </a:lnSpc>
              <a:buNone/>
            </a:pPr>
            <a:r>
              <a:rPr lang="ko-KR" altLang="en-US" sz="690" dirty="0" b="0">
                <a:solidFill>
                  <a:srgbClr val="4C574F"/>
                </a:solidFill>
                <a:latin typeface="BKP2Regular" pitchFamily="34" charset="0"/>
                <a:ea typeface="BKP2Regular" pitchFamily="34" charset="-127"/>
                <a:cs typeface="BKP2Regular" pitchFamily="34" charset="-120"/>
              </a:rPr>
              <a:t>소규모, 6학급 이하</a:t>
            </a:r>
            <a:endParaRPr lang="en-US" sz="690" dirty="0"/>
          </a:p>
        </p:txBody>
      </p:sp>
      <p:sp>
        <p:nvSpPr>
          <p:cNvPr id="169" name="txt-1-88"/>
          <p:cNvSpPr txBox="1"/>
          <p:nvPr/>
        </p:nvSpPr>
        <p:spPr>
          <a:xfrm>
            <a:off x="3991102" y="8095234"/>
            <a:ext cx="651002" cy="148082"/>
          </a:xfrm>
          <a:prstGeom prst="rect">
            <a:avLst/>
          </a:prstGeom>
          <a:noFill/>
          <a:ln/>
        </p:spPr>
        <p:txBody>
          <a:bodyPr wrap="square" lIns="0" tIns="0" rIns="0" bIns="0" rtlCol="0" anchor="t">
            <a:noAutofit/>
          </a:bodyPr>
          <a:lstStyle/>
          <a:p>
            <a:pPr algn="l" indent="0" marL="0">
              <a:lnSpc>
                <a:spcPts val="897"/>
              </a:lnSpc>
              <a:buNone/>
            </a:pPr>
            <a:r>
              <a:rPr lang="ko-KR" altLang="en-US" sz="690" dirty="0" b="0">
                <a:solidFill>
                  <a:srgbClr val="FFFFFF"/>
                </a:solidFill>
                <a:latin typeface="BKP2Regular" pitchFamily="34" charset="0"/>
                <a:ea typeface="BKP2Regular" pitchFamily="34" charset="-127"/>
                <a:cs typeface="BKP2Regular" pitchFamily="34" charset="-120"/>
              </a:rPr>
              <a:t>표준, 7~18학급</a:t>
            </a:r>
            <a:endParaRPr lang="en-US" sz="690" dirty="0"/>
          </a:p>
        </p:txBody>
      </p:sp>
      <p:sp>
        <p:nvSpPr>
          <p:cNvPr id="170" name="txt-1-89"/>
          <p:cNvSpPr txBox="1"/>
          <p:nvPr/>
        </p:nvSpPr>
        <p:spPr>
          <a:xfrm>
            <a:off x="5132070" y="8322818"/>
            <a:ext cx="321818" cy="225425"/>
          </a:xfrm>
          <a:prstGeom prst="rect">
            <a:avLst/>
          </a:prstGeom>
          <a:noFill/>
          <a:ln/>
        </p:spPr>
        <p:txBody>
          <a:bodyPr wrap="square" lIns="0" tIns="0" rIns="0" bIns="0" rtlCol="0" anchor="t">
            <a:noAutofit/>
          </a:bodyPr>
          <a:lstStyle/>
          <a:p>
            <a:pPr algn="l" indent="0" marL="0">
              <a:lnSpc>
                <a:spcPts val="1365"/>
              </a:lnSpc>
              <a:buNone/>
            </a:pPr>
            <a:r>
              <a:rPr lang="ko-KR" altLang="en-US" sz="1050" spc="20" kern="0" dirty="0" b="0">
                <a:solidFill>
                  <a:srgbClr val="1D3A2A"/>
                </a:solidFill>
                <a:latin typeface="BKP2ExtraBold" pitchFamily="34" charset="0"/>
                <a:ea typeface="BKP2ExtraBold" pitchFamily="34" charset="-127"/>
                <a:cs typeface="BKP2ExtraBold" pitchFamily="34" charset="-120"/>
              </a:rPr>
              <a:t>71</a:t>
            </a:r>
            <a:pPr algn="l" indent="0" marL="0">
              <a:lnSpc>
                <a:spcPts val="1365"/>
              </a:lnSpc>
              <a:buNone/>
            </a:pPr>
            <a:r>
              <a:rPr lang="ko-KR" altLang="en-US" sz="700" b="0" spc="20" kern="0" dirty="0">
                <a:solidFill>
                  <a:srgbClr val="1D3A2A"/>
                </a:solidFill>
                <a:latin typeface="BKP2Bold" pitchFamily="34" charset="0"/>
                <a:ea typeface="BKP2Bold" pitchFamily="34" charset="-127"/>
                <a:cs typeface="BKP2Bold" pitchFamily="34" charset="-120"/>
              </a:rPr>
              <a:t>%</a:t>
            </a:r>
            <a:endParaRPr lang="en-US" sz="1050" dirty="0"/>
          </a:p>
        </p:txBody>
      </p:sp>
      <p:sp>
        <p:nvSpPr>
          <p:cNvPr id="171" name="txt-1-90"/>
          <p:cNvSpPr txBox="1"/>
          <p:nvPr/>
        </p:nvSpPr>
        <p:spPr>
          <a:xfrm>
            <a:off x="6212078" y="8322818"/>
            <a:ext cx="576199" cy="225425"/>
          </a:xfrm>
          <a:prstGeom prst="rect">
            <a:avLst/>
          </a:prstGeom>
          <a:noFill/>
          <a:ln/>
        </p:spPr>
        <p:txBody>
          <a:bodyPr wrap="square" lIns="0" tIns="0" rIns="0" bIns="0" rtlCol="0" anchor="t">
            <a:noAutofit/>
          </a:bodyPr>
          <a:lstStyle/>
          <a:p>
            <a:pPr algn="l" indent="0" marL="0">
              <a:lnSpc>
                <a:spcPts val="1365"/>
              </a:lnSpc>
              <a:buNone/>
            </a:pPr>
            <a:r>
              <a:rPr lang="ko-KR" altLang="en-US" sz="1050" spc="-44" kern="0" dirty="0" b="0">
                <a:solidFill>
                  <a:srgbClr val="2E7A4E"/>
                </a:solidFill>
                <a:latin typeface="BKP2ExtraBold" pitchFamily="34" charset="0"/>
                <a:ea typeface="BKP2ExtraBold" pitchFamily="34" charset="-127"/>
                <a:cs typeface="BKP2ExtraBold" pitchFamily="34" charset="-120"/>
              </a:rPr>
              <a:t>특허 등록</a:t>
            </a:r>
            <a:endParaRPr lang="en-US" sz="1050" dirty="0"/>
          </a:p>
        </p:txBody>
      </p:sp>
      <p:sp>
        <p:nvSpPr>
          <p:cNvPr id="172" name="txt-1-91"/>
          <p:cNvSpPr txBox="1"/>
          <p:nvPr/>
        </p:nvSpPr>
        <p:spPr>
          <a:xfrm>
            <a:off x="2911094" y="8352663"/>
            <a:ext cx="629031" cy="214630"/>
          </a:xfrm>
          <a:prstGeom prst="rect">
            <a:avLst/>
          </a:prstGeom>
          <a:noFill/>
          <a:ln/>
        </p:spPr>
        <p:txBody>
          <a:bodyPr wrap="square" lIns="0" tIns="0" rIns="0" bIns="0" rtlCol="0" anchor="t">
            <a:noAutofit/>
          </a:bodyPr>
          <a:lstStyle/>
          <a:p>
            <a:pPr algn="l" indent="0" marL="0">
              <a:lnSpc>
                <a:spcPts val="1300"/>
              </a:lnSpc>
              <a:buNone/>
            </a:pPr>
            <a:r>
              <a:rPr lang="ko-KR" altLang="en-US" sz="1000" spc="-7" kern="0" dirty="0" b="0">
                <a:solidFill>
                  <a:srgbClr val="1D3A2A"/>
                </a:solidFill>
                <a:latin typeface="BKP2ExtraBold" pitchFamily="34" charset="0"/>
                <a:ea typeface="BKP2ExtraBold" pitchFamily="34" charset="-127"/>
                <a:cs typeface="BKP2ExtraBold" pitchFamily="34" charset="-120"/>
              </a:rPr>
              <a:t>1,500</a:t>
            </a:r>
            <a:pPr algn="l" indent="0" marL="0">
              <a:lnSpc>
                <a:spcPts val="1300"/>
              </a:lnSpc>
              <a:buNone/>
            </a:pPr>
            <a:r>
              <a:rPr lang="ko-KR" altLang="en-US" sz="700" b="0" spc="-7" kern="0" dirty="0">
                <a:solidFill>
                  <a:srgbClr val="1D3A2A"/>
                </a:solidFill>
                <a:latin typeface="BKP2Bold" pitchFamily="34" charset="0"/>
                <a:ea typeface="BKP2Bold" pitchFamily="34" charset="-127"/>
                <a:cs typeface="BKP2Bold" pitchFamily="34" charset="-120"/>
              </a:rPr>
              <a:t>만 원</a:t>
            </a:r>
            <a:endParaRPr lang="en-US" sz="1000" dirty="0"/>
          </a:p>
        </p:txBody>
      </p:sp>
      <p:sp>
        <p:nvSpPr>
          <p:cNvPr id="173" name="txt-1-92"/>
          <p:cNvSpPr txBox="1"/>
          <p:nvPr/>
        </p:nvSpPr>
        <p:spPr>
          <a:xfrm>
            <a:off x="3991102" y="8352663"/>
            <a:ext cx="655066" cy="214630"/>
          </a:xfrm>
          <a:prstGeom prst="rect">
            <a:avLst/>
          </a:prstGeom>
          <a:noFill/>
          <a:ln/>
        </p:spPr>
        <p:txBody>
          <a:bodyPr wrap="square" lIns="0" tIns="0" rIns="0" bIns="0" rtlCol="0" anchor="t">
            <a:noAutofit/>
          </a:bodyPr>
          <a:lstStyle/>
          <a:p>
            <a:pPr algn="l" indent="0" marL="0">
              <a:lnSpc>
                <a:spcPts val="1300"/>
              </a:lnSpc>
              <a:buNone/>
            </a:pPr>
            <a:r>
              <a:rPr lang="ko-KR" altLang="en-US" sz="1000" dirty="0" b="0">
                <a:solidFill>
                  <a:srgbClr val="1D3A2A"/>
                </a:solidFill>
                <a:latin typeface="BKP2ExtraBold" pitchFamily="34" charset="0"/>
                <a:ea typeface="BKP2ExtraBold" pitchFamily="34" charset="-127"/>
                <a:cs typeface="BKP2ExtraBold" pitchFamily="34" charset="-120"/>
              </a:rPr>
              <a:t>2,000</a:t>
            </a:r>
            <a:pPr algn="l" indent="0" marL="0">
              <a:lnSpc>
                <a:spcPts val="1300"/>
              </a:lnSpc>
              <a:buNone/>
            </a:pPr>
            <a:r>
              <a:rPr lang="ko-KR" altLang="en-US" sz="700" b="0" dirty="0">
                <a:solidFill>
                  <a:srgbClr val="1D3A2A"/>
                </a:solidFill>
                <a:latin typeface="BKP2Bold" pitchFamily="34" charset="0"/>
                <a:ea typeface="BKP2Bold" pitchFamily="34" charset="-127"/>
                <a:cs typeface="BKP2Bold" pitchFamily="34" charset="-120"/>
              </a:rPr>
              <a:t>만 원</a:t>
            </a:r>
            <a:endParaRPr lang="en-US" sz="1000" dirty="0"/>
          </a:p>
        </p:txBody>
      </p:sp>
      <p:sp>
        <p:nvSpPr>
          <p:cNvPr id="174" name="txt-1-93"/>
          <p:cNvSpPr txBox="1"/>
          <p:nvPr/>
        </p:nvSpPr>
        <p:spPr>
          <a:xfrm>
            <a:off x="471551" y="8457057"/>
            <a:ext cx="376936" cy="205994"/>
          </a:xfrm>
          <a:prstGeom prst="rect">
            <a:avLst/>
          </a:prstGeom>
          <a:noFill/>
          <a:ln/>
        </p:spPr>
        <p:txBody>
          <a:bodyPr wrap="square" lIns="0" tIns="0" rIns="0" bIns="0" rtlCol="0" anchor="t">
            <a:noAutofit/>
          </a:bodyPr>
          <a:lstStyle/>
          <a:p>
            <a:pPr algn="l" indent="0" marL="0">
              <a:lnSpc>
                <a:spcPts val="1248"/>
              </a:lnSpc>
              <a:buNone/>
            </a:pPr>
            <a:r>
              <a:rPr lang="ko-KR" altLang="en-US" sz="960" dirty="0" b="0">
                <a:solidFill>
                  <a:srgbClr val="2E7A4E"/>
                </a:solidFill>
                <a:latin typeface="BKP2ExtraBold" pitchFamily="34" charset="0"/>
                <a:ea typeface="BKP2ExtraBold" pitchFamily="34" charset="-127"/>
                <a:cs typeface="BKP2ExtraBold" pitchFamily="34" charset="-120"/>
              </a:rPr>
              <a:t>90%</a:t>
            </a:r>
            <a:endParaRPr lang="en-US" sz="960" dirty="0"/>
          </a:p>
        </p:txBody>
      </p:sp>
      <p:sp>
        <p:nvSpPr>
          <p:cNvPr id="175" name="txt-1-94"/>
          <p:cNvSpPr txBox="1"/>
          <p:nvPr/>
        </p:nvSpPr>
        <p:spPr>
          <a:xfrm>
            <a:off x="1261999" y="8457057"/>
            <a:ext cx="377190" cy="205994"/>
          </a:xfrm>
          <a:prstGeom prst="rect">
            <a:avLst/>
          </a:prstGeom>
          <a:noFill/>
          <a:ln/>
        </p:spPr>
        <p:txBody>
          <a:bodyPr wrap="square" lIns="0" tIns="0" rIns="0" bIns="0" rtlCol="0" anchor="t">
            <a:noAutofit/>
          </a:bodyPr>
          <a:lstStyle/>
          <a:p>
            <a:pPr algn="l" indent="0" marL="0">
              <a:lnSpc>
                <a:spcPts val="1248"/>
              </a:lnSpc>
              <a:buNone/>
            </a:pPr>
            <a:r>
              <a:rPr lang="ko-KR" altLang="en-US" sz="960" dirty="0" b="0">
                <a:solidFill>
                  <a:srgbClr val="2E7A4E"/>
                </a:solidFill>
                <a:latin typeface="BKP2ExtraBold" pitchFamily="34" charset="0"/>
                <a:ea typeface="BKP2ExtraBold" pitchFamily="34" charset="-127"/>
                <a:cs typeface="BKP2ExtraBold" pitchFamily="34" charset="-120"/>
              </a:rPr>
              <a:t>80%</a:t>
            </a:r>
            <a:endParaRPr lang="en-US" sz="960" dirty="0"/>
          </a:p>
        </p:txBody>
      </p:sp>
      <p:sp>
        <p:nvSpPr>
          <p:cNvPr id="176" name="txt-1-95"/>
          <p:cNvSpPr txBox="1"/>
          <p:nvPr/>
        </p:nvSpPr>
        <p:spPr>
          <a:xfrm>
            <a:off x="2052320" y="8457057"/>
            <a:ext cx="629158" cy="205994"/>
          </a:xfrm>
          <a:prstGeom prst="rect">
            <a:avLst/>
          </a:prstGeom>
          <a:noFill/>
          <a:ln/>
        </p:spPr>
        <p:txBody>
          <a:bodyPr wrap="square" lIns="0" tIns="0" rIns="0" bIns="0" rtlCol="0" anchor="t">
            <a:noAutofit/>
          </a:bodyPr>
          <a:lstStyle/>
          <a:p>
            <a:pPr algn="l" indent="0" marL="0">
              <a:lnSpc>
                <a:spcPts val="1248"/>
              </a:lnSpc>
              <a:buNone/>
            </a:pPr>
            <a:r>
              <a:rPr lang="ko-KR" altLang="en-US" sz="960" dirty="0" b="0">
                <a:solidFill>
                  <a:srgbClr val="2E7A4E"/>
                </a:solidFill>
                <a:latin typeface="BKP2ExtraBold" pitchFamily="34" charset="0"/>
                <a:ea typeface="BKP2ExtraBold" pitchFamily="34" charset="-127"/>
                <a:cs typeface="BKP2ExtraBold" pitchFamily="34" charset="-120"/>
              </a:rPr>
              <a:t>90% 이상</a:t>
            </a:r>
            <a:endParaRPr lang="en-US" sz="960" dirty="0"/>
          </a:p>
        </p:txBody>
      </p:sp>
      <p:sp>
        <p:nvSpPr>
          <p:cNvPr id="177" name="txt-1-96"/>
          <p:cNvSpPr txBox="1"/>
          <p:nvPr/>
        </p:nvSpPr>
        <p:spPr>
          <a:xfrm>
            <a:off x="5132070" y="8505063"/>
            <a:ext cx="788289" cy="148082"/>
          </a:xfrm>
          <a:prstGeom prst="rect">
            <a:avLst/>
          </a:prstGeom>
          <a:noFill/>
          <a:ln/>
        </p:spPr>
        <p:txBody>
          <a:bodyPr wrap="square" lIns="0" tIns="0" rIns="0" bIns="0" rtlCol="0" anchor="t">
            <a:noAutofit/>
          </a:bodyPr>
          <a:lstStyle/>
          <a:p>
            <a:pPr algn="l" indent="0" marL="0">
              <a:lnSpc>
                <a:spcPts val="897"/>
              </a:lnSpc>
              <a:buNone/>
            </a:pPr>
            <a:r>
              <a:rPr lang="ko-KR" altLang="en-US" sz="690" spc="-4" kern="0" dirty="0" b="0">
                <a:solidFill>
                  <a:srgbClr val="4C574F"/>
                </a:solidFill>
                <a:latin typeface="BKP2Regular" pitchFamily="34" charset="0"/>
                <a:ea typeface="BKP2Regular" pitchFamily="34" charset="-127"/>
                <a:cs typeface="BKP2Regular" pitchFamily="34" charset="-120"/>
              </a:rPr>
              <a:t>다시 맡긴 발주 기관</a:t>
            </a:r>
            <a:endParaRPr lang="en-US" sz="690" dirty="0"/>
          </a:p>
        </p:txBody>
      </p:sp>
      <p:sp>
        <p:nvSpPr>
          <p:cNvPr id="178" name="txt-1-97"/>
          <p:cNvSpPr txBox="1"/>
          <p:nvPr/>
        </p:nvSpPr>
        <p:spPr>
          <a:xfrm>
            <a:off x="6212078" y="8505063"/>
            <a:ext cx="765048" cy="148082"/>
          </a:xfrm>
          <a:prstGeom prst="rect">
            <a:avLst/>
          </a:prstGeom>
          <a:noFill/>
          <a:ln/>
        </p:spPr>
        <p:txBody>
          <a:bodyPr wrap="square" lIns="0" tIns="0" rIns="0" bIns="0" rtlCol="0" anchor="t">
            <a:noAutofit/>
          </a:bodyPr>
          <a:lstStyle/>
          <a:p>
            <a:pPr algn="l" indent="0" marL="0">
              <a:lnSpc>
                <a:spcPts val="897"/>
              </a:lnSpc>
              <a:buNone/>
            </a:pPr>
            <a:r>
              <a:rPr lang="ko-KR" altLang="en-US" sz="690" dirty="0" b="0">
                <a:solidFill>
                  <a:srgbClr val="4C574F"/>
                </a:solidFill>
                <a:latin typeface="BKP2Regular" pitchFamily="34" charset="0"/>
                <a:ea typeface="BKP2Regular" pitchFamily="34" charset="-127"/>
                <a:cs typeface="BKP2Regular" pitchFamily="34" charset="-120"/>
              </a:rPr>
              <a:t>캐릭터와 대화 기술</a:t>
            </a:r>
            <a:endParaRPr lang="en-US" sz="690" dirty="0"/>
          </a:p>
        </p:txBody>
      </p:sp>
      <p:sp>
        <p:nvSpPr>
          <p:cNvPr id="179" name="txt-1-98"/>
          <p:cNvSpPr txBox="1"/>
          <p:nvPr/>
        </p:nvSpPr>
        <p:spPr>
          <a:xfrm>
            <a:off x="2911094" y="8514334"/>
            <a:ext cx="872617" cy="148082"/>
          </a:xfrm>
          <a:prstGeom prst="rect">
            <a:avLst/>
          </a:prstGeom>
          <a:noFill/>
          <a:ln/>
        </p:spPr>
        <p:txBody>
          <a:bodyPr wrap="square" lIns="0" tIns="0" rIns="0" bIns="0" rtlCol="0" anchor="t">
            <a:noAutofit/>
          </a:bodyPr>
          <a:lstStyle/>
          <a:p>
            <a:pPr algn="l" indent="0" marL="0">
              <a:lnSpc>
                <a:spcPts val="897"/>
              </a:lnSpc>
              <a:buNone/>
            </a:pPr>
            <a:r>
              <a:rPr lang="ko-KR" altLang="en-US" sz="690" spc="-4" kern="0" dirty="0" b="0">
                <a:solidFill>
                  <a:srgbClr val="4C574F"/>
                </a:solidFill>
                <a:latin typeface="BKP2Regular" pitchFamily="34" charset="0"/>
                <a:ea typeface="BKP2Regular" pitchFamily="34" charset="-127"/>
                <a:cs typeface="BKP2Regular" pitchFamily="34" charset="-120"/>
              </a:rPr>
              <a:t>중대규모, 19~30학급</a:t>
            </a:r>
            <a:endParaRPr lang="en-US" sz="690" dirty="0"/>
          </a:p>
        </p:txBody>
      </p:sp>
      <p:sp>
        <p:nvSpPr>
          <p:cNvPr id="180" name="txt-1-99"/>
          <p:cNvSpPr txBox="1"/>
          <p:nvPr/>
        </p:nvSpPr>
        <p:spPr>
          <a:xfrm>
            <a:off x="3991102" y="8514334"/>
            <a:ext cx="806577" cy="148082"/>
          </a:xfrm>
          <a:prstGeom prst="rect">
            <a:avLst/>
          </a:prstGeom>
          <a:noFill/>
          <a:ln/>
        </p:spPr>
        <p:txBody>
          <a:bodyPr wrap="square" lIns="0" tIns="0" rIns="0" bIns="0" rtlCol="0" anchor="t">
            <a:noAutofit/>
          </a:bodyPr>
          <a:lstStyle/>
          <a:p>
            <a:pPr algn="l" indent="0" marL="0">
              <a:lnSpc>
                <a:spcPts val="897"/>
              </a:lnSpc>
              <a:buNone/>
            </a:pPr>
            <a:r>
              <a:rPr lang="ko-KR" altLang="en-US" sz="690" dirty="0" b="0">
                <a:solidFill>
                  <a:srgbClr val="4C574F"/>
                </a:solidFill>
                <a:latin typeface="BKP2Regular" pitchFamily="34" charset="0"/>
                <a:ea typeface="BKP2Regular" pitchFamily="34" charset="-127"/>
                <a:cs typeface="BKP2Regular" pitchFamily="34" charset="-120"/>
              </a:rPr>
              <a:t>대규모, 31학급 이상</a:t>
            </a:r>
            <a:endParaRPr lang="en-US" sz="690" dirty="0"/>
          </a:p>
        </p:txBody>
      </p:sp>
      <p:sp>
        <p:nvSpPr>
          <p:cNvPr id="181" name="txt-1-100"/>
          <p:cNvSpPr txBox="1"/>
          <p:nvPr/>
        </p:nvSpPr>
        <p:spPr>
          <a:xfrm>
            <a:off x="471551" y="8619363"/>
            <a:ext cx="604393" cy="262890"/>
          </a:xfrm>
          <a:prstGeom prst="rect">
            <a:avLst/>
          </a:prstGeom>
          <a:noFill/>
          <a:ln/>
        </p:spPr>
        <p:txBody>
          <a:bodyPr wrap="square" lIns="0" tIns="0" rIns="0" bIns="0" rtlCol="0" anchor="t">
            <a:noAutofit/>
          </a:bodyPr>
          <a:lstStyle/>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독후활동과</a:t>
            </a:r>
            <a:endParaRPr lang="en-US" sz="690" dirty="0"/>
          </a:p>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인물 대화 참여</a:t>
            </a:r>
            <a:endParaRPr lang="en-US" sz="690" dirty="0"/>
          </a:p>
        </p:txBody>
      </p:sp>
      <p:sp>
        <p:nvSpPr>
          <p:cNvPr id="182" name="txt-1-101"/>
          <p:cNvSpPr txBox="1"/>
          <p:nvPr/>
        </p:nvSpPr>
        <p:spPr>
          <a:xfrm>
            <a:off x="1261999" y="8619363"/>
            <a:ext cx="420624" cy="262890"/>
          </a:xfrm>
          <a:prstGeom prst="rect">
            <a:avLst/>
          </a:prstGeom>
          <a:noFill/>
          <a:ln/>
        </p:spPr>
        <p:txBody>
          <a:bodyPr wrap="square" lIns="0" tIns="0" rIns="0" bIns="0" rtlCol="0" anchor="t">
            <a:noAutofit/>
          </a:bodyPr>
          <a:lstStyle/>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독서수업</a:t>
            </a:r>
            <a:endParaRPr lang="en-US" sz="690" dirty="0"/>
          </a:p>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운영 학급</a:t>
            </a:r>
            <a:endParaRPr lang="en-US" sz="690" dirty="0"/>
          </a:p>
        </p:txBody>
      </p:sp>
      <p:sp>
        <p:nvSpPr>
          <p:cNvPr id="183" name="txt-1-102"/>
          <p:cNvSpPr txBox="1"/>
          <p:nvPr/>
        </p:nvSpPr>
        <p:spPr>
          <a:xfrm>
            <a:off x="2052320" y="8619363"/>
            <a:ext cx="444373" cy="262890"/>
          </a:xfrm>
          <a:prstGeom prst="rect">
            <a:avLst/>
          </a:prstGeom>
          <a:noFill/>
          <a:ln/>
        </p:spPr>
        <p:txBody>
          <a:bodyPr wrap="square" lIns="0" tIns="0" rIns="0" bIns="0" rtlCol="0" anchor="t">
            <a:noAutofit/>
          </a:bodyPr>
          <a:lstStyle/>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학생, 교사</a:t>
            </a:r>
            <a:endParaRPr lang="en-US" sz="690" dirty="0"/>
          </a:p>
          <a:p>
            <a:pPr algn="l" indent="0" marL="0">
              <a:lnSpc>
                <a:spcPts val="900"/>
              </a:lnSpc>
              <a:buNone/>
            </a:pPr>
            <a:r>
              <a:rPr lang="ko-KR" altLang="en-US" sz="690" dirty="0" b="0">
                <a:solidFill>
                  <a:srgbClr val="4C574F"/>
                </a:solidFill>
                <a:latin typeface="BKP2Regular" pitchFamily="34" charset="0"/>
                <a:ea typeface="BKP2Regular" pitchFamily="34" charset="-127"/>
                <a:cs typeface="BKP2Regular" pitchFamily="34" charset="-120"/>
              </a:rPr>
              <a:t>만족도</a:t>
            </a:r>
            <a:endParaRPr lang="en-US" sz="690" dirty="0"/>
          </a:p>
        </p:txBody>
      </p:sp>
      <p:sp>
        <p:nvSpPr>
          <p:cNvPr id="184" name="txt-1-103"/>
          <p:cNvSpPr txBox="1"/>
          <p:nvPr/>
        </p:nvSpPr>
        <p:spPr>
          <a:xfrm>
            <a:off x="476250" y="9113393"/>
            <a:ext cx="3215640" cy="284861"/>
          </a:xfrm>
          <a:prstGeom prst="rect">
            <a:avLst/>
          </a:prstGeom>
          <a:noFill/>
          <a:ln/>
        </p:spPr>
        <p:txBody>
          <a:bodyPr wrap="square" lIns="0" tIns="0" rIns="0" bIns="0" rtlCol="0" anchor="t">
            <a:noAutofit/>
          </a:bodyPr>
          <a:lstStyle/>
          <a:p>
            <a:pPr algn="l" indent="0" marL="0">
              <a:lnSpc>
                <a:spcPts val="975"/>
              </a:lnSpc>
              <a:buNone/>
            </a:pPr>
            <a:r>
              <a:rPr lang="ko-KR" altLang="en-US" sz="690" b="0" dirty="0">
                <a:solidFill>
                  <a:srgbClr val="1D3A2A"/>
                </a:solidFill>
                <a:latin typeface="BKP2Bold" pitchFamily="34" charset="0"/>
                <a:ea typeface="BKP2Bold" pitchFamily="34" charset="-127"/>
                <a:cs typeface="BKP2Bold" pitchFamily="34" charset="-120"/>
              </a:rPr>
              <a:t>정보 보호</a:t>
            </a:r>
            <a:endParaRPr lang="en-US" sz="690" dirty="0"/>
          </a:p>
          <a:p>
            <a:pPr algn="l" indent="0" marL="0">
              <a:lnSpc>
                <a:spcPts val="975"/>
              </a:lnSpc>
              <a:buNone/>
            </a:pPr>
            <a:r>
              <a:rPr lang="ko-KR" altLang="en-US" sz="690" dirty="0" b="0">
                <a:solidFill>
                  <a:srgbClr val="4C574F"/>
                </a:solidFill>
                <a:latin typeface="BKP2Regular" pitchFamily="34" charset="0"/>
                <a:ea typeface="BKP2Regular" pitchFamily="34" charset="-127"/>
                <a:cs typeface="BKP2Regular" pitchFamily="34" charset="-120"/>
              </a:rPr>
              <a:t>무보관(ZDR)을 적용해, AI로 보낸 글은 처리 뒤 남지 않고 AI 학습에도 쓰이지 않습니다.</a:t>
            </a:r>
            <a:endParaRPr lang="en-US" sz="690" dirty="0"/>
          </a:p>
        </p:txBody>
      </p:sp>
      <p:sp>
        <p:nvSpPr>
          <p:cNvPr id="185" name="txt-1-104"/>
          <p:cNvSpPr txBox="1"/>
          <p:nvPr/>
        </p:nvSpPr>
        <p:spPr>
          <a:xfrm>
            <a:off x="885825" y="9123934"/>
            <a:ext cx="6418961" cy="148082"/>
          </a:xfrm>
          <a:prstGeom prst="rect">
            <a:avLst/>
          </a:prstGeom>
          <a:noFill/>
          <a:ln/>
        </p:spPr>
        <p:txBody>
          <a:bodyPr wrap="square" lIns="0" tIns="0" rIns="0" bIns="0" rtlCol="0" anchor="t">
            <a:noAutofit/>
          </a:bodyPr>
          <a:lstStyle/>
          <a:p>
            <a:pPr algn="l" indent="0" marL="0">
              <a:lnSpc>
                <a:spcPts val="870"/>
              </a:lnSpc>
              <a:buNone/>
            </a:pPr>
            <a:r>
              <a:rPr lang="ko-KR" altLang="en-US" sz="669" spc="-3" kern="0" dirty="0" b="0">
                <a:solidFill>
                  <a:srgbClr val="4C574F"/>
                </a:solidFill>
                <a:latin typeface="BKP2Regular" pitchFamily="34" charset="0"/>
                <a:ea typeface="BKP2Regular" pitchFamily="34" charset="-127"/>
                <a:cs typeface="BKP2Regular" pitchFamily="34" charset="-120"/>
              </a:rPr>
              <a:t>보호자 동의를 확인해 학생 계정을 만들고, 통계는 개인 이름을 제외한 합계로만 내려받습니다. 부기의 AI 기능은 OpenAI와 Anthropic(Claude) API로 운영합니다. 두 사업자 모두 데이터</a:t>
            </a:r>
            <a:endParaRPr lang="en-US" sz="669" dirty="0"/>
          </a:p>
        </p:txBody>
      </p:sp>
      <p:sp>
        <p:nvSpPr>
          <p:cNvPr id="186" name="txt-1-105"/>
          <p:cNvSpPr txBox="1"/>
          <p:nvPr/>
        </p:nvSpPr>
        <p:spPr>
          <a:xfrm>
            <a:off x="397256" y="9590405"/>
            <a:ext cx="7067296" cy="241046"/>
          </a:xfrm>
          <a:prstGeom prst="rect">
            <a:avLst/>
          </a:prstGeom>
          <a:noFill/>
          <a:ln/>
        </p:spPr>
        <p:txBody>
          <a:bodyPr wrap="square" lIns="0" tIns="0" rIns="0" bIns="0" rtlCol="0" anchor="t">
            <a:noAutofit/>
          </a:bodyPr>
          <a:lstStyle/>
          <a:p>
            <a:pPr algn="l" indent="0" marL="0">
              <a:lnSpc>
                <a:spcPts val="825"/>
              </a:lnSpc>
              <a:buNone/>
            </a:pPr>
            <a:r>
              <a:rPr lang="ko-KR" altLang="en-US" sz="610" dirty="0" b="0">
                <a:solidFill>
                  <a:srgbClr val="7B847D"/>
                </a:solidFill>
                <a:latin typeface="BKP2Regular" pitchFamily="34" charset="0"/>
                <a:ea typeface="BKP2Regular" pitchFamily="34" charset="-127"/>
                <a:cs typeface="BKP2Regular" pitchFamily="34" charset="-120"/>
              </a:rPr>
              <a:t>출처: OECD PISA 2025 결과 보도(2026. 9.), 2022년 값은 교육부와 한국교육과정평가원(2023. 12.), 교원 인식은 한국교총(2024. 10.), 독서 긍정 인식은 문화체육관광부 「2023년 국민독서실태조사」, 정책은</a:t>
            </a:r>
            <a:endParaRPr lang="en-US" sz="610" dirty="0"/>
          </a:p>
          <a:p>
            <a:pPr algn="l" indent="0" marL="0">
              <a:lnSpc>
                <a:spcPts val="825"/>
              </a:lnSpc>
              <a:buNone/>
            </a:pPr>
            <a:r>
              <a:rPr lang="ko-KR" altLang="en-US" sz="610" dirty="0" b="0">
                <a:solidFill>
                  <a:srgbClr val="7B847D"/>
                </a:solidFill>
                <a:latin typeface="BKP2Regular" pitchFamily="34" charset="0"/>
                <a:ea typeface="BKP2Regular" pitchFamily="34" charset="-127"/>
                <a:cs typeface="BKP2Regular" pitchFamily="34" charset="-120"/>
              </a:rPr>
              <a:t>교육부 「학교 독서교육 활성화 방안」(2026. 7. 2.). 운영 결과는 선도교사단 72학급 온오프라인 운영 결과 종합. 교사 의견은 홍보 사용에 동의한 후기 원문. 사업비와 성과 목표는 안이며 참여 학교 수와 학급 규모가 정해지면</a:t>
            </a:r>
            <a:endParaRPr lang="en-US" sz="610" dirty="0"/>
          </a:p>
        </p:txBody>
      </p:sp>
      <p:sp>
        <p:nvSpPr>
          <p:cNvPr id="187" name="txt-1-106"/>
          <p:cNvSpPr txBox="1"/>
          <p:nvPr/>
        </p:nvSpPr>
        <p:spPr>
          <a:xfrm>
            <a:off x="397256" y="9809353"/>
            <a:ext cx="7131050" cy="241046"/>
          </a:xfrm>
          <a:prstGeom prst="rect">
            <a:avLst/>
          </a:prstGeom>
          <a:noFill/>
          <a:ln/>
        </p:spPr>
        <p:txBody>
          <a:bodyPr wrap="square" lIns="0" tIns="0" rIns="0" bIns="0" rtlCol="0" anchor="t">
            <a:noAutofit/>
          </a:bodyPr>
          <a:lstStyle/>
          <a:p>
            <a:pPr algn="l" indent="0" marL="0">
              <a:lnSpc>
                <a:spcPts val="825"/>
              </a:lnSpc>
              <a:buNone/>
            </a:pPr>
            <a:r>
              <a:rPr lang="ko-KR" altLang="en-US" sz="610" spc="2" kern="0" dirty="0" b="0">
                <a:solidFill>
                  <a:srgbClr val="7B847D"/>
                </a:solidFill>
                <a:latin typeface="BKP2Regular" pitchFamily="34" charset="0"/>
                <a:ea typeface="BKP2Regular" pitchFamily="34" charset="-127"/>
                <a:cs typeface="BKP2Regular" pitchFamily="34" charset="-120"/>
              </a:rPr>
              <a:t>교육청과 협의해 확정. 수행 실적은 2018~2026년 제안기관 집계(관계사 포함, 발주 기관 65곳 가운데 46곳)이며 실적증명서로 제출. 특허 「아바타 기반 도서 등장인물 대화형 독서활동」. 자세한 내용은 부기 위탁운영 제안서</a:t>
            </a:r>
            <a:endParaRPr lang="en-US" sz="610" dirty="0"/>
          </a:p>
          <a:p>
            <a:pPr algn="l" indent="0" marL="0">
              <a:lnSpc>
                <a:spcPts val="825"/>
              </a:lnSpc>
              <a:buNone/>
            </a:pPr>
            <a:r>
              <a:rPr lang="ko-KR" altLang="en-US" sz="610" spc="2" kern="0" dirty="0" b="0">
                <a:solidFill>
                  <a:srgbClr val="7B847D"/>
                </a:solidFill>
                <a:latin typeface="BKP2Regular" pitchFamily="34" charset="0"/>
                <a:ea typeface="BKP2Regular" pitchFamily="34" charset="-127"/>
                <a:cs typeface="BKP2Regular" pitchFamily="34" charset="-120"/>
              </a:rPr>
              <a:t>(49쪽).</a:t>
            </a:r>
            <a:endParaRPr lang="en-US" sz="610" dirty="0"/>
          </a:p>
        </p:txBody>
      </p:sp>
      <p:sp>
        <p:nvSpPr>
          <p:cNvPr id="188" name="txt-1-107"/>
          <p:cNvSpPr txBox="1"/>
          <p:nvPr/>
        </p:nvSpPr>
        <p:spPr>
          <a:xfrm>
            <a:off x="951357" y="10228453"/>
            <a:ext cx="1442212" cy="205994"/>
          </a:xfrm>
          <a:prstGeom prst="rect">
            <a:avLst/>
          </a:prstGeom>
          <a:noFill/>
          <a:ln/>
        </p:spPr>
        <p:txBody>
          <a:bodyPr wrap="square" lIns="0" tIns="0" rIns="0" bIns="0" rtlCol="0" anchor="t">
            <a:noAutofit/>
          </a:bodyPr>
          <a:lstStyle/>
          <a:p>
            <a:pPr algn="l" indent="0" marL="0">
              <a:lnSpc>
                <a:spcPts val="1248"/>
              </a:lnSpc>
              <a:buNone/>
            </a:pPr>
            <a:r>
              <a:rPr lang="ko-KR" altLang="en-US" sz="960" b="0" dirty="0">
                <a:solidFill>
                  <a:srgbClr val="F2D58A"/>
                </a:solidFill>
                <a:latin typeface="BKP2Bold" pitchFamily="34" charset="0"/>
                <a:ea typeface="BKP2Bold" pitchFamily="34" charset="-127"/>
                <a:cs typeface="BKP2Bold" pitchFamily="34" charset="-120"/>
              </a:rPr>
              <a:t>부기 누리집 </a:t>
            </a:r>
            <a:pPr algn="l" indent="0" marL="0">
              <a:lnSpc>
                <a:spcPts val="1248"/>
              </a:lnSpc>
              <a:buNone/>
            </a:pPr>
            <a:r>
              <a:rPr lang="ko-KR" altLang="en-US" sz="960" dirty="0" b="0">
                <a:solidFill>
                  <a:srgbClr val="FFFFFF"/>
                </a:solidFill>
                <a:latin typeface="BKP2Black" pitchFamily="34" charset="0"/>
                <a:ea typeface="BKP2Black" pitchFamily="34" charset="-127"/>
                <a:cs typeface="BKP2Black" pitchFamily="34" charset="-120"/>
              </a:rPr>
              <a:t>bookie.io.kr</a:t>
            </a:r>
            <a:endParaRPr lang="en-US" sz="960" dirty="0"/>
          </a:p>
        </p:txBody>
      </p:sp>
      <p:sp>
        <p:nvSpPr>
          <p:cNvPr id="189" name="txt-1-108"/>
          <p:cNvSpPr txBox="1"/>
          <p:nvPr/>
        </p:nvSpPr>
        <p:spPr>
          <a:xfrm>
            <a:off x="951357" y="10417937"/>
            <a:ext cx="1491361" cy="171577"/>
          </a:xfrm>
          <a:prstGeom prst="rect">
            <a:avLst/>
          </a:prstGeom>
          <a:noFill/>
          <a:ln/>
        </p:spPr>
        <p:txBody>
          <a:bodyPr wrap="square" lIns="0" tIns="0" rIns="0" bIns="0" rtlCol="0" anchor="t">
            <a:noAutofit/>
          </a:bodyPr>
          <a:lstStyle/>
          <a:p>
            <a:pPr algn="l" indent="0" marL="0">
              <a:lnSpc>
                <a:spcPts val="1039"/>
              </a:lnSpc>
              <a:buNone/>
            </a:pPr>
            <a:r>
              <a:rPr lang="ko-KR" altLang="en-US" sz="799" dirty="0" b="0">
                <a:solidFill>
                  <a:srgbClr val="DFE8E1"/>
                </a:solidFill>
                <a:latin typeface="BKP2Regular" pitchFamily="34" charset="0"/>
                <a:ea typeface="BKP2Regular" pitchFamily="34" charset="-127"/>
                <a:cs typeface="BKP2Regular" pitchFamily="34" charset="-120"/>
              </a:rPr>
              <a:t>주식회사 엠에스이씨엠(MSECM)</a:t>
            </a:r>
            <a:endParaRPr lang="en-US" sz="799" dirty="0"/>
          </a:p>
        </p:txBody>
      </p:sp>
      <p:sp>
        <p:nvSpPr>
          <p:cNvPr id="190" name="txt-1-109"/>
          <p:cNvSpPr txBox="1"/>
          <p:nvPr/>
        </p:nvSpPr>
        <p:spPr>
          <a:xfrm>
            <a:off x="2372741" y="10417937"/>
            <a:ext cx="568325" cy="171577"/>
          </a:xfrm>
          <a:prstGeom prst="rect">
            <a:avLst/>
          </a:prstGeom>
          <a:noFill/>
          <a:ln/>
        </p:spPr>
        <p:txBody>
          <a:bodyPr wrap="square" lIns="0" tIns="0" rIns="0" bIns="0" rtlCol="0" anchor="t">
            <a:noAutofit/>
          </a:bodyPr>
          <a:lstStyle/>
          <a:p>
            <a:pPr algn="l" indent="0" marL="0">
              <a:lnSpc>
                <a:spcPts val="1039"/>
              </a:lnSpc>
              <a:buNone/>
            </a:pPr>
            <a:r>
              <a:rPr lang="ko-KR" altLang="en-US" sz="799" dirty="0" b="0">
                <a:solidFill>
                  <a:srgbClr val="DFE8E1"/>
                </a:solidFill>
                <a:latin typeface="BKP2Regular" pitchFamily="34" charset="0"/>
                <a:ea typeface="BKP2Regular" pitchFamily="34" charset="-127"/>
                <a:cs typeface="BKP2Regular" pitchFamily="34" charset="-120"/>
              </a:rPr>
              <a:t>문의 이예진</a:t>
            </a:r>
            <a:endParaRPr lang="en-US" sz="799" dirty="0"/>
          </a:p>
        </p:txBody>
      </p:sp>
      <p:sp>
        <p:nvSpPr>
          <p:cNvPr id="191" name="txt-1-110"/>
          <p:cNvSpPr txBox="1"/>
          <p:nvPr/>
        </p:nvSpPr>
        <p:spPr>
          <a:xfrm>
            <a:off x="2923032" y="10417937"/>
            <a:ext cx="908558" cy="171577"/>
          </a:xfrm>
          <a:prstGeom prst="rect">
            <a:avLst/>
          </a:prstGeom>
          <a:noFill/>
          <a:ln/>
        </p:spPr>
        <p:txBody>
          <a:bodyPr wrap="square" lIns="0" tIns="0" rIns="0" bIns="0" rtlCol="0" anchor="t">
            <a:noAutofit/>
          </a:bodyPr>
          <a:lstStyle/>
          <a:p>
            <a:pPr algn="l" indent="0" marL="0">
              <a:lnSpc>
                <a:spcPts val="1039"/>
              </a:lnSpc>
              <a:buNone/>
            </a:pPr>
            <a:r>
              <a:rPr lang="ko-KR" altLang="en-US" sz="799" spc="-1" kern="0" dirty="0" b="0">
                <a:solidFill>
                  <a:srgbClr val="DFE8E1"/>
                </a:solidFill>
                <a:latin typeface="BKP2Regular" pitchFamily="34" charset="0"/>
                <a:ea typeface="BKP2Regular" pitchFamily="34" charset="-127"/>
                <a:cs typeface="BKP2Regular" pitchFamily="34" charset="-120"/>
              </a:rPr>
              <a:t>T. 055-715-8854</a:t>
            </a:r>
            <a:endParaRPr lang="en-US" sz="799" dirty="0"/>
          </a:p>
        </p:txBody>
      </p:sp>
      <p:sp>
        <p:nvSpPr>
          <p:cNvPr id="192" name="txt-1-111"/>
          <p:cNvSpPr txBox="1"/>
          <p:nvPr/>
        </p:nvSpPr>
        <p:spPr>
          <a:xfrm>
            <a:off x="3794506" y="10417937"/>
            <a:ext cx="1180211" cy="171577"/>
          </a:xfrm>
          <a:prstGeom prst="rect">
            <a:avLst/>
          </a:prstGeom>
          <a:noFill/>
          <a:ln/>
        </p:spPr>
        <p:txBody>
          <a:bodyPr wrap="square" lIns="0" tIns="0" rIns="0" bIns="0" rtlCol="0" anchor="t">
            <a:noAutofit/>
          </a:bodyPr>
          <a:lstStyle/>
          <a:p>
            <a:pPr algn="l" indent="0" marL="0">
              <a:lnSpc>
                <a:spcPts val="1039"/>
              </a:lnSpc>
              <a:buNone/>
            </a:pPr>
            <a:r>
              <a:rPr lang="ko-KR" altLang="en-US" sz="799" spc="-3" kern="0" dirty="0" b="0">
                <a:solidFill>
                  <a:srgbClr val="DFE8E1"/>
                </a:solidFill>
                <a:latin typeface="BKP2Regular" pitchFamily="34" charset="0"/>
                <a:ea typeface="BKP2Regular" pitchFamily="34" charset="-127"/>
                <a:cs typeface="BKP2Regular" pitchFamily="34" charset="-120"/>
              </a:rPr>
              <a:t>E. yeajin@msecm.co.kr</a:t>
            </a:r>
            <a:endParaRPr lang="en-US" sz="799"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주식회사 엠에스이씨엠</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부기 위탁운영 제안서 한 장 요약</dc:title>
  <dc:subject>PptxGenJS Presentation</dc:subject>
  <dc:creator>MSECM</dc:creator>
  <cp:lastModifiedBy>MSECM</cp:lastModifiedBy>
  <cp:revision>1</cp:revision>
  <dcterms:created xsi:type="dcterms:W3CDTF">2026-10-28T12:36:16Z</dcterms:created>
  <dcterms:modified xsi:type="dcterms:W3CDTF">2026-10-28T12:36:16Z</dcterms:modified>
</cp:coreProperties>
</file>