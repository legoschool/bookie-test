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55992" cy="10692384"/>
  <p:notesSz cx="10692384" cy="755599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sp>
        <p:nvSpPr>
          <p:cNvPr id="2" name="Shape 0"/>
          <p:cNvSpPr/>
          <p:nvPr/>
        </p:nvSpPr>
        <p:spPr>
          <a:xfrm>
            <a:off x="0" y="0"/>
            <a:ext cx="7562850" cy="1790700"/>
          </a:xfrm>
          <a:prstGeom prst="rect">
            <a:avLst/>
          </a:prstGeom>
          <a:solidFill>
            <a:srgbClr val="1D3A2A"/>
          </a:solidFill>
          <a:ln/>
        </p:spPr>
      </p:sp>
      <p:sp>
        <p:nvSpPr>
          <p:cNvPr id="3" name="Shape 1"/>
          <p:cNvSpPr/>
          <p:nvPr/>
        </p:nvSpPr>
        <p:spPr>
          <a:xfrm>
            <a:off x="6281674" y="671576"/>
            <a:ext cx="866775" cy="876300"/>
          </a:xfrm>
          <a:custGeom>
            <a:avLst/>
            <a:gdLst/>
            <a:ahLst/>
            <a:cxnLst/>
            <a:rect l="l" t="t" r="r" b="b"/>
            <a:pathLst>
              <a:path w="866775" h="876300">
                <a:moveTo>
                  <a:pt x="0" y="442913"/>
                </a:moveTo>
                <a:lnTo>
                  <a:pt x="0" y="433388"/>
                </a:lnTo>
                <a:cubicBezTo>
                  <a:pt x="0" y="419189"/>
                  <a:pt x="699" y="405028"/>
                  <a:pt x="2083" y="390906"/>
                </a:cubicBezTo>
                <a:cubicBezTo>
                  <a:pt x="3480" y="376784"/>
                  <a:pt x="5563" y="362763"/>
                  <a:pt x="8331" y="348844"/>
                </a:cubicBezTo>
                <a:cubicBezTo>
                  <a:pt x="11100" y="334912"/>
                  <a:pt x="14542" y="321170"/>
                  <a:pt x="18656" y="307581"/>
                </a:cubicBezTo>
                <a:cubicBezTo>
                  <a:pt x="22784" y="294005"/>
                  <a:pt x="27559" y="280645"/>
                  <a:pt x="32995" y="267538"/>
                </a:cubicBezTo>
                <a:cubicBezTo>
                  <a:pt x="38418" y="254419"/>
                  <a:pt x="44488" y="241605"/>
                  <a:pt x="51168" y="229095"/>
                </a:cubicBezTo>
                <a:cubicBezTo>
                  <a:pt x="57861" y="216573"/>
                  <a:pt x="65151" y="204406"/>
                  <a:pt x="73038" y="192608"/>
                </a:cubicBezTo>
                <a:cubicBezTo>
                  <a:pt x="80924" y="180810"/>
                  <a:pt x="89370" y="169418"/>
                  <a:pt x="98374" y="158445"/>
                </a:cubicBezTo>
                <a:cubicBezTo>
                  <a:pt x="107379" y="147472"/>
                  <a:pt x="116904" y="136970"/>
                  <a:pt x="126937" y="126937"/>
                </a:cubicBezTo>
                <a:cubicBezTo>
                  <a:pt x="136970" y="116904"/>
                  <a:pt x="147472" y="107379"/>
                  <a:pt x="158445" y="98374"/>
                </a:cubicBezTo>
                <a:cubicBezTo>
                  <a:pt x="169418" y="89370"/>
                  <a:pt x="180810" y="80924"/>
                  <a:pt x="192608" y="73038"/>
                </a:cubicBezTo>
                <a:cubicBezTo>
                  <a:pt x="204406" y="65151"/>
                  <a:pt x="216573" y="57861"/>
                  <a:pt x="229095" y="51168"/>
                </a:cubicBezTo>
                <a:cubicBezTo>
                  <a:pt x="241605" y="44488"/>
                  <a:pt x="254419" y="38418"/>
                  <a:pt x="267538" y="32995"/>
                </a:cubicBezTo>
                <a:cubicBezTo>
                  <a:pt x="280645" y="27559"/>
                  <a:pt x="294005" y="22784"/>
                  <a:pt x="307581" y="18656"/>
                </a:cubicBezTo>
                <a:cubicBezTo>
                  <a:pt x="321170" y="14542"/>
                  <a:pt x="334912" y="11100"/>
                  <a:pt x="348831" y="8331"/>
                </a:cubicBezTo>
                <a:cubicBezTo>
                  <a:pt x="362763" y="5563"/>
                  <a:pt x="376784" y="3480"/>
                  <a:pt x="390906" y="2083"/>
                </a:cubicBezTo>
                <a:cubicBezTo>
                  <a:pt x="405028" y="699"/>
                  <a:pt x="419189" y="0"/>
                  <a:pt x="433388" y="0"/>
                </a:cubicBezTo>
                <a:cubicBezTo>
                  <a:pt x="447586" y="0"/>
                  <a:pt x="461747" y="699"/>
                  <a:pt x="475869" y="2083"/>
                </a:cubicBezTo>
                <a:cubicBezTo>
                  <a:pt x="489991" y="3480"/>
                  <a:pt x="504012" y="5563"/>
                  <a:pt x="517931" y="8331"/>
                </a:cubicBezTo>
                <a:cubicBezTo>
                  <a:pt x="531863" y="11100"/>
                  <a:pt x="545605" y="14542"/>
                  <a:pt x="559194" y="18656"/>
                </a:cubicBezTo>
                <a:cubicBezTo>
                  <a:pt x="572770" y="22784"/>
                  <a:pt x="586118" y="27559"/>
                  <a:pt x="599237" y="32995"/>
                </a:cubicBezTo>
                <a:cubicBezTo>
                  <a:pt x="612356" y="38418"/>
                  <a:pt x="625170" y="44488"/>
                  <a:pt x="637680" y="51168"/>
                </a:cubicBezTo>
                <a:cubicBezTo>
                  <a:pt x="650202" y="57861"/>
                  <a:pt x="662369" y="65151"/>
                  <a:pt x="674167" y="73038"/>
                </a:cubicBezTo>
                <a:cubicBezTo>
                  <a:pt x="685965" y="80924"/>
                  <a:pt x="697357" y="89370"/>
                  <a:pt x="708330" y="98374"/>
                </a:cubicBezTo>
                <a:cubicBezTo>
                  <a:pt x="719303" y="107379"/>
                  <a:pt x="729806" y="116904"/>
                  <a:pt x="739839" y="126937"/>
                </a:cubicBezTo>
                <a:cubicBezTo>
                  <a:pt x="749872" y="136970"/>
                  <a:pt x="759397" y="147472"/>
                  <a:pt x="768401" y="158445"/>
                </a:cubicBezTo>
                <a:cubicBezTo>
                  <a:pt x="777405" y="169418"/>
                  <a:pt x="785851" y="180810"/>
                  <a:pt x="793737" y="192608"/>
                </a:cubicBezTo>
                <a:cubicBezTo>
                  <a:pt x="801624" y="204406"/>
                  <a:pt x="808914" y="216573"/>
                  <a:pt x="815607" y="229095"/>
                </a:cubicBezTo>
                <a:cubicBezTo>
                  <a:pt x="822287" y="241605"/>
                  <a:pt x="828358" y="254419"/>
                  <a:pt x="833780" y="267538"/>
                </a:cubicBezTo>
                <a:cubicBezTo>
                  <a:pt x="839216" y="280645"/>
                  <a:pt x="843991" y="294005"/>
                  <a:pt x="848119" y="307581"/>
                </a:cubicBezTo>
                <a:cubicBezTo>
                  <a:pt x="852234" y="321170"/>
                  <a:pt x="855675" y="334912"/>
                  <a:pt x="858444" y="348844"/>
                </a:cubicBezTo>
                <a:cubicBezTo>
                  <a:pt x="861212" y="362763"/>
                  <a:pt x="863295" y="376784"/>
                  <a:pt x="864692" y="390906"/>
                </a:cubicBezTo>
                <a:cubicBezTo>
                  <a:pt x="866077" y="405028"/>
                  <a:pt x="866775" y="419189"/>
                  <a:pt x="866775" y="433388"/>
                </a:cubicBezTo>
                <a:lnTo>
                  <a:pt x="866775" y="442913"/>
                </a:lnTo>
                <a:cubicBezTo>
                  <a:pt x="866775" y="457111"/>
                  <a:pt x="866077" y="471272"/>
                  <a:pt x="864692" y="485394"/>
                </a:cubicBezTo>
                <a:cubicBezTo>
                  <a:pt x="863295" y="499516"/>
                  <a:pt x="861212" y="513537"/>
                  <a:pt x="858444" y="527456"/>
                </a:cubicBezTo>
                <a:cubicBezTo>
                  <a:pt x="855675" y="541388"/>
                  <a:pt x="852234" y="555130"/>
                  <a:pt x="848119" y="568719"/>
                </a:cubicBezTo>
                <a:cubicBezTo>
                  <a:pt x="843991" y="582295"/>
                  <a:pt x="839216" y="595643"/>
                  <a:pt x="833780" y="608762"/>
                </a:cubicBezTo>
                <a:cubicBezTo>
                  <a:pt x="828358" y="621881"/>
                  <a:pt x="822287" y="634695"/>
                  <a:pt x="815607" y="647205"/>
                </a:cubicBezTo>
                <a:cubicBezTo>
                  <a:pt x="808914" y="659727"/>
                  <a:pt x="801624" y="671894"/>
                  <a:pt x="793737" y="683692"/>
                </a:cubicBezTo>
                <a:cubicBezTo>
                  <a:pt x="785851" y="695490"/>
                  <a:pt x="777405" y="706882"/>
                  <a:pt x="768401" y="717855"/>
                </a:cubicBezTo>
                <a:cubicBezTo>
                  <a:pt x="759397" y="728828"/>
                  <a:pt x="749872" y="739331"/>
                  <a:pt x="739839" y="749364"/>
                </a:cubicBezTo>
                <a:cubicBezTo>
                  <a:pt x="729806" y="759397"/>
                  <a:pt x="719303" y="768922"/>
                  <a:pt x="708330" y="777926"/>
                </a:cubicBezTo>
                <a:cubicBezTo>
                  <a:pt x="697357" y="786930"/>
                  <a:pt x="685965" y="795376"/>
                  <a:pt x="674167" y="803262"/>
                </a:cubicBezTo>
                <a:cubicBezTo>
                  <a:pt x="662369" y="811149"/>
                  <a:pt x="650202" y="818439"/>
                  <a:pt x="637680" y="825132"/>
                </a:cubicBezTo>
                <a:cubicBezTo>
                  <a:pt x="625170" y="831812"/>
                  <a:pt x="612356" y="837882"/>
                  <a:pt x="599237" y="843305"/>
                </a:cubicBezTo>
                <a:cubicBezTo>
                  <a:pt x="586118" y="848741"/>
                  <a:pt x="572770" y="853516"/>
                  <a:pt x="559194" y="857644"/>
                </a:cubicBezTo>
                <a:cubicBezTo>
                  <a:pt x="545605" y="861759"/>
                  <a:pt x="531863" y="865200"/>
                  <a:pt x="517931" y="867969"/>
                </a:cubicBezTo>
                <a:cubicBezTo>
                  <a:pt x="504012" y="870737"/>
                  <a:pt x="489991" y="872820"/>
                  <a:pt x="475869" y="874217"/>
                </a:cubicBezTo>
                <a:cubicBezTo>
                  <a:pt x="461747" y="875601"/>
                  <a:pt x="447586" y="876300"/>
                  <a:pt x="433388" y="876300"/>
                </a:cubicBezTo>
                <a:cubicBezTo>
                  <a:pt x="419189" y="876300"/>
                  <a:pt x="405028" y="875601"/>
                  <a:pt x="390906" y="874217"/>
                </a:cubicBezTo>
                <a:cubicBezTo>
                  <a:pt x="376784" y="872820"/>
                  <a:pt x="362763" y="870737"/>
                  <a:pt x="348831" y="867969"/>
                </a:cubicBezTo>
                <a:cubicBezTo>
                  <a:pt x="334912" y="865200"/>
                  <a:pt x="321170" y="861759"/>
                  <a:pt x="307581" y="857644"/>
                </a:cubicBezTo>
                <a:cubicBezTo>
                  <a:pt x="294005" y="853516"/>
                  <a:pt x="280645" y="848741"/>
                  <a:pt x="267538" y="843305"/>
                </a:cubicBezTo>
                <a:cubicBezTo>
                  <a:pt x="254419" y="837882"/>
                  <a:pt x="241605" y="831812"/>
                  <a:pt x="229095" y="825132"/>
                </a:cubicBezTo>
                <a:cubicBezTo>
                  <a:pt x="216573" y="818439"/>
                  <a:pt x="204406" y="811149"/>
                  <a:pt x="192608" y="803262"/>
                </a:cubicBezTo>
                <a:cubicBezTo>
                  <a:pt x="180810" y="795376"/>
                  <a:pt x="169418" y="786930"/>
                  <a:pt x="158445" y="777926"/>
                </a:cubicBezTo>
                <a:cubicBezTo>
                  <a:pt x="147472" y="768922"/>
                  <a:pt x="136970" y="759397"/>
                  <a:pt x="126937" y="749364"/>
                </a:cubicBezTo>
                <a:cubicBezTo>
                  <a:pt x="116904" y="739331"/>
                  <a:pt x="107379" y="728828"/>
                  <a:pt x="98374" y="717855"/>
                </a:cubicBezTo>
                <a:cubicBezTo>
                  <a:pt x="89370" y="706882"/>
                  <a:pt x="80924" y="695490"/>
                  <a:pt x="73038" y="683692"/>
                </a:cubicBezTo>
                <a:cubicBezTo>
                  <a:pt x="65151" y="671894"/>
                  <a:pt x="57861" y="659727"/>
                  <a:pt x="51168" y="647205"/>
                </a:cubicBezTo>
                <a:cubicBezTo>
                  <a:pt x="44488" y="634695"/>
                  <a:pt x="38418" y="621881"/>
                  <a:pt x="32995" y="608762"/>
                </a:cubicBezTo>
                <a:cubicBezTo>
                  <a:pt x="27559" y="595643"/>
                  <a:pt x="22784" y="582295"/>
                  <a:pt x="18656" y="568719"/>
                </a:cubicBezTo>
                <a:cubicBezTo>
                  <a:pt x="14542" y="555130"/>
                  <a:pt x="11100" y="541388"/>
                  <a:pt x="8331" y="527456"/>
                </a:cubicBezTo>
                <a:cubicBezTo>
                  <a:pt x="5563" y="513537"/>
                  <a:pt x="3480" y="499516"/>
                  <a:pt x="2083" y="485394"/>
                </a:cubicBezTo>
                <a:cubicBezTo>
                  <a:pt x="699" y="471272"/>
                  <a:pt x="0" y="457111"/>
                  <a:pt x="0" y="442913"/>
                </a:cubicBezTo>
              </a:path>
            </a:pathLst>
          </a:custGeom>
          <a:ln w="28575">
            <a:solidFill>
              <a:srgbClr val="2D5240"/>
            </a:solidFill>
            <a:prstDash val="solid"/>
          </a:ln>
        </p:spPr>
      </p:sp>
      <p:sp>
        <p:nvSpPr>
          <p:cNvPr id="4" name="Shape 2"/>
          <p:cNvSpPr/>
          <p:nvPr/>
        </p:nvSpPr>
        <p:spPr>
          <a:xfrm>
            <a:off x="404876" y="2157476"/>
            <a:ext cx="3552825" cy="1257300"/>
          </a:xfrm>
          <a:prstGeom prst="roundRect">
            <a:avLst>
              <a:gd name="adj" fmla="val 5919"/>
            </a:avLst>
          </a:prstGeom>
          <a:solidFill>
            <a:srgbClr val="FFFFFF"/>
          </a:solidFill>
          <a:ln w="9525">
            <a:solidFill>
              <a:srgbClr val="E6DFCD"/>
            </a:solidFill>
            <a:prstDash val="solid"/>
          </a:ln>
        </p:spPr>
      </p:sp>
      <p:sp>
        <p:nvSpPr>
          <p:cNvPr id="5" name="Shape 3"/>
          <p:cNvSpPr/>
          <p:nvPr/>
        </p:nvSpPr>
        <p:spPr>
          <a:xfrm>
            <a:off x="409575" y="2162175"/>
            <a:ext cx="590550" cy="247650"/>
          </a:xfrm>
          <a:prstGeom prst="rect">
            <a:avLst/>
          </a:prstGeom>
          <a:solidFill>
            <a:srgbClr val="2B4637"/>
          </a:solidFill>
          <a:ln/>
        </p:spPr>
      </p:sp>
      <p:sp>
        <p:nvSpPr>
          <p:cNvPr id="6" name="Shape 4"/>
          <p:cNvSpPr/>
          <p:nvPr/>
        </p:nvSpPr>
        <p:spPr>
          <a:xfrm>
            <a:off x="1000125" y="2400300"/>
            <a:ext cx="2952750" cy="9525"/>
          </a:xfrm>
          <a:prstGeom prst="rect">
            <a:avLst/>
          </a:prstGeom>
          <a:solidFill>
            <a:srgbClr val="E6DFCD"/>
          </a:solidFill>
          <a:ln/>
        </p:spPr>
      </p:sp>
      <p:sp>
        <p:nvSpPr>
          <p:cNvPr id="7" name="Shape 5"/>
          <p:cNvSpPr/>
          <p:nvPr/>
        </p:nvSpPr>
        <p:spPr>
          <a:xfrm>
            <a:off x="409575" y="2409825"/>
            <a:ext cx="590550" cy="247650"/>
          </a:xfrm>
          <a:prstGeom prst="rect">
            <a:avLst/>
          </a:prstGeom>
          <a:solidFill>
            <a:srgbClr val="2B4637"/>
          </a:solidFill>
          <a:ln/>
        </p:spPr>
      </p:sp>
      <p:sp>
        <p:nvSpPr>
          <p:cNvPr id="8" name="Shape 6"/>
          <p:cNvSpPr/>
          <p:nvPr/>
        </p:nvSpPr>
        <p:spPr>
          <a:xfrm>
            <a:off x="409575" y="2409825"/>
            <a:ext cx="590550" cy="9525"/>
          </a:xfrm>
          <a:prstGeom prst="rect">
            <a:avLst/>
          </a:prstGeom>
          <a:solidFill>
            <a:srgbClr val="3D5A49"/>
          </a:solidFill>
          <a:ln/>
        </p:spPr>
      </p:sp>
      <p:sp>
        <p:nvSpPr>
          <p:cNvPr id="9" name="Shape 7"/>
          <p:cNvSpPr/>
          <p:nvPr/>
        </p:nvSpPr>
        <p:spPr>
          <a:xfrm>
            <a:off x="1000125" y="2647950"/>
            <a:ext cx="2952750" cy="9525"/>
          </a:xfrm>
          <a:prstGeom prst="rect">
            <a:avLst/>
          </a:prstGeom>
          <a:solidFill>
            <a:srgbClr val="E6DFCD"/>
          </a:solidFill>
          <a:ln/>
        </p:spPr>
      </p:sp>
      <p:sp>
        <p:nvSpPr>
          <p:cNvPr id="10" name="Shape 8"/>
          <p:cNvSpPr/>
          <p:nvPr/>
        </p:nvSpPr>
        <p:spPr>
          <a:xfrm>
            <a:off x="409575" y="2657475"/>
            <a:ext cx="590550" cy="257175"/>
          </a:xfrm>
          <a:prstGeom prst="rect">
            <a:avLst/>
          </a:prstGeom>
          <a:solidFill>
            <a:srgbClr val="2B4637"/>
          </a:solidFill>
          <a:ln/>
        </p:spPr>
      </p:sp>
      <p:sp>
        <p:nvSpPr>
          <p:cNvPr id="11" name="Shape 9"/>
          <p:cNvSpPr/>
          <p:nvPr/>
        </p:nvSpPr>
        <p:spPr>
          <a:xfrm>
            <a:off x="409575" y="2657475"/>
            <a:ext cx="590550" cy="9525"/>
          </a:xfrm>
          <a:prstGeom prst="rect">
            <a:avLst/>
          </a:prstGeom>
          <a:solidFill>
            <a:srgbClr val="3D5A49"/>
          </a:solidFill>
          <a:ln/>
        </p:spPr>
      </p:sp>
      <p:sp>
        <p:nvSpPr>
          <p:cNvPr id="12" name="Shape 10"/>
          <p:cNvSpPr/>
          <p:nvPr/>
        </p:nvSpPr>
        <p:spPr>
          <a:xfrm>
            <a:off x="1000125" y="2905125"/>
            <a:ext cx="2952750" cy="9525"/>
          </a:xfrm>
          <a:prstGeom prst="rect">
            <a:avLst/>
          </a:prstGeom>
          <a:solidFill>
            <a:srgbClr val="E6DFCD"/>
          </a:solidFill>
          <a:ln/>
        </p:spPr>
      </p:sp>
      <p:sp>
        <p:nvSpPr>
          <p:cNvPr id="13" name="Shape 11"/>
          <p:cNvSpPr/>
          <p:nvPr/>
        </p:nvSpPr>
        <p:spPr>
          <a:xfrm>
            <a:off x="409575" y="2914650"/>
            <a:ext cx="590550" cy="247650"/>
          </a:xfrm>
          <a:prstGeom prst="rect">
            <a:avLst/>
          </a:prstGeom>
          <a:solidFill>
            <a:srgbClr val="2B4637"/>
          </a:solidFill>
          <a:ln/>
        </p:spPr>
      </p:sp>
      <p:sp>
        <p:nvSpPr>
          <p:cNvPr id="14" name="Shape 12"/>
          <p:cNvSpPr/>
          <p:nvPr/>
        </p:nvSpPr>
        <p:spPr>
          <a:xfrm>
            <a:off x="409575" y="2914650"/>
            <a:ext cx="590550" cy="9525"/>
          </a:xfrm>
          <a:prstGeom prst="rect">
            <a:avLst/>
          </a:prstGeom>
          <a:solidFill>
            <a:srgbClr val="3D5A49"/>
          </a:solidFill>
          <a:ln/>
        </p:spPr>
      </p:sp>
      <p:sp>
        <p:nvSpPr>
          <p:cNvPr id="15" name="Shape 13"/>
          <p:cNvSpPr/>
          <p:nvPr/>
        </p:nvSpPr>
        <p:spPr>
          <a:xfrm>
            <a:off x="1000125" y="3152775"/>
            <a:ext cx="2952750" cy="9525"/>
          </a:xfrm>
          <a:prstGeom prst="rect">
            <a:avLst/>
          </a:prstGeom>
          <a:solidFill>
            <a:srgbClr val="E6DFCD"/>
          </a:solidFill>
          <a:ln/>
        </p:spPr>
      </p:sp>
      <p:sp>
        <p:nvSpPr>
          <p:cNvPr id="16" name="Shape 14"/>
          <p:cNvSpPr/>
          <p:nvPr/>
        </p:nvSpPr>
        <p:spPr>
          <a:xfrm>
            <a:off x="409575" y="3162300"/>
            <a:ext cx="590550" cy="247650"/>
          </a:xfrm>
          <a:prstGeom prst="rect">
            <a:avLst/>
          </a:prstGeom>
          <a:solidFill>
            <a:srgbClr val="2B4637"/>
          </a:solidFill>
          <a:ln/>
        </p:spPr>
      </p:sp>
      <p:sp>
        <p:nvSpPr>
          <p:cNvPr id="17" name="Shape 15"/>
          <p:cNvSpPr/>
          <p:nvPr/>
        </p:nvSpPr>
        <p:spPr>
          <a:xfrm>
            <a:off x="409575" y="3162300"/>
            <a:ext cx="590550" cy="9525"/>
          </a:xfrm>
          <a:prstGeom prst="rect">
            <a:avLst/>
          </a:prstGeom>
          <a:solidFill>
            <a:srgbClr val="3D5A49"/>
          </a:solidFill>
          <a:ln/>
        </p:spPr>
      </p:sp>
      <p:sp>
        <p:nvSpPr>
          <p:cNvPr id="18" name="Shape 16"/>
          <p:cNvSpPr/>
          <p:nvPr/>
        </p:nvSpPr>
        <p:spPr>
          <a:xfrm>
            <a:off x="400050" y="1924050"/>
            <a:ext cx="171450" cy="171450"/>
          </a:xfrm>
          <a:prstGeom prst="ellipse">
            <a:avLst/>
          </a:prstGeom>
          <a:solidFill>
            <a:srgbClr val="2E7A4E"/>
          </a:solidFill>
          <a:ln/>
        </p:spPr>
      </p:sp>
      <p:sp>
        <p:nvSpPr>
          <p:cNvPr id="19" name="Shape 17"/>
          <p:cNvSpPr/>
          <p:nvPr/>
        </p:nvSpPr>
        <p:spPr>
          <a:xfrm>
            <a:off x="4067175" y="1924050"/>
            <a:ext cx="171450" cy="171450"/>
          </a:xfrm>
          <a:prstGeom prst="ellipse">
            <a:avLst/>
          </a:prstGeom>
          <a:solidFill>
            <a:srgbClr val="2E7A4E"/>
          </a:solidFill>
          <a:ln/>
        </p:spPr>
      </p:sp>
      <p:sp>
        <p:nvSpPr>
          <p:cNvPr id="20" name="Shape 18"/>
          <p:cNvSpPr/>
          <p:nvPr/>
        </p:nvSpPr>
        <p:spPr>
          <a:xfrm>
            <a:off x="4071874" y="2157476"/>
            <a:ext cx="1504950" cy="628650"/>
          </a:xfrm>
          <a:prstGeom prst="roundRect">
            <a:avLst>
              <a:gd name="adj" fmla="val 11838"/>
            </a:avLst>
          </a:prstGeom>
          <a:solidFill>
            <a:srgbClr val="FFFFFF"/>
          </a:solidFill>
          <a:ln w="9525">
            <a:solidFill>
              <a:srgbClr val="E6DFCD"/>
            </a:solidFill>
            <a:prstDash val="solid"/>
          </a:ln>
        </p:spPr>
      </p:sp>
      <p:sp>
        <p:nvSpPr>
          <p:cNvPr id="21" name="Shape 19"/>
          <p:cNvSpPr/>
          <p:nvPr/>
        </p:nvSpPr>
        <p:spPr>
          <a:xfrm>
            <a:off x="5653024" y="2157476"/>
            <a:ext cx="1504950" cy="628650"/>
          </a:xfrm>
          <a:prstGeom prst="roundRect">
            <a:avLst>
              <a:gd name="adj" fmla="val 11838"/>
            </a:avLst>
          </a:prstGeom>
          <a:solidFill>
            <a:srgbClr val="FFFFFF"/>
          </a:solidFill>
          <a:ln w="9525">
            <a:solidFill>
              <a:srgbClr val="E6DFCD"/>
            </a:solidFill>
            <a:prstDash val="solid"/>
          </a:ln>
        </p:spPr>
      </p:sp>
      <p:sp>
        <p:nvSpPr>
          <p:cNvPr id="22" name="Shape 20"/>
          <p:cNvSpPr/>
          <p:nvPr/>
        </p:nvSpPr>
        <p:spPr>
          <a:xfrm>
            <a:off x="4071874" y="2852674"/>
            <a:ext cx="1504950" cy="628650"/>
          </a:xfrm>
          <a:prstGeom prst="roundRect">
            <a:avLst>
              <a:gd name="adj" fmla="val 11838"/>
            </a:avLst>
          </a:prstGeom>
          <a:solidFill>
            <a:srgbClr val="FFFFFF"/>
          </a:solidFill>
          <a:ln w="9525">
            <a:solidFill>
              <a:srgbClr val="E6DFCD"/>
            </a:solidFill>
            <a:prstDash val="solid"/>
          </a:ln>
        </p:spPr>
      </p:sp>
      <p:sp>
        <p:nvSpPr>
          <p:cNvPr id="23" name="Shape 21"/>
          <p:cNvSpPr/>
          <p:nvPr/>
        </p:nvSpPr>
        <p:spPr>
          <a:xfrm>
            <a:off x="5653024" y="2852674"/>
            <a:ext cx="1504950" cy="628650"/>
          </a:xfrm>
          <a:prstGeom prst="roundRect">
            <a:avLst>
              <a:gd name="adj" fmla="val 11838"/>
            </a:avLst>
          </a:prstGeom>
          <a:solidFill>
            <a:srgbClr val="FFFFFF"/>
          </a:solidFill>
          <a:ln w="9525">
            <a:solidFill>
              <a:srgbClr val="E6DFCD"/>
            </a:solidFill>
            <a:prstDash val="solid"/>
          </a:ln>
        </p:spPr>
      </p:sp>
      <p:sp>
        <p:nvSpPr>
          <p:cNvPr id="24" name="Shape 22"/>
          <p:cNvSpPr/>
          <p:nvPr/>
        </p:nvSpPr>
        <p:spPr>
          <a:xfrm>
            <a:off x="400050" y="3619500"/>
            <a:ext cx="171450" cy="171450"/>
          </a:xfrm>
          <a:prstGeom prst="ellipse">
            <a:avLst/>
          </a:prstGeom>
          <a:solidFill>
            <a:srgbClr val="2E7A4E"/>
          </a:solidFill>
          <a:ln/>
        </p:spPr>
      </p:sp>
      <p:sp>
        <p:nvSpPr>
          <p:cNvPr id="25" name="Shape 23"/>
          <p:cNvSpPr/>
          <p:nvPr/>
        </p:nvSpPr>
        <p:spPr>
          <a:xfrm>
            <a:off x="404876" y="3852926"/>
            <a:ext cx="2190750" cy="1076325"/>
          </a:xfrm>
          <a:prstGeom prst="roundRect">
            <a:avLst>
              <a:gd name="adj" fmla="val 6914"/>
            </a:avLst>
          </a:prstGeom>
          <a:solidFill>
            <a:srgbClr val="FFFFFF"/>
          </a:solidFill>
          <a:ln w="9525">
            <a:solidFill>
              <a:srgbClr val="E6DFCD"/>
            </a:solidFill>
            <a:prstDash val="solid"/>
          </a:ln>
        </p:spPr>
      </p:sp>
      <p:sp>
        <p:nvSpPr>
          <p:cNvPr id="26" name="Shape 24"/>
          <p:cNvSpPr/>
          <p:nvPr/>
        </p:nvSpPr>
        <p:spPr>
          <a:xfrm>
            <a:off x="409575" y="3857625"/>
            <a:ext cx="2181225" cy="200025"/>
          </a:xfrm>
          <a:prstGeom prst="rect">
            <a:avLst/>
          </a:prstGeom>
          <a:solidFill>
            <a:srgbClr val="2E7A4E"/>
          </a:solidFill>
          <a:ln/>
        </p:spPr>
      </p:sp>
      <p:sp>
        <p:nvSpPr>
          <p:cNvPr id="27" name="Shape 25"/>
          <p:cNvSpPr/>
          <p:nvPr/>
        </p:nvSpPr>
        <p:spPr>
          <a:xfrm>
            <a:off x="2681224" y="3852926"/>
            <a:ext cx="2200275" cy="1076325"/>
          </a:xfrm>
          <a:prstGeom prst="roundRect">
            <a:avLst>
              <a:gd name="adj" fmla="val 6914"/>
            </a:avLst>
          </a:prstGeom>
          <a:solidFill>
            <a:srgbClr val="FFFFFF"/>
          </a:solidFill>
          <a:ln w="9525">
            <a:solidFill>
              <a:srgbClr val="E6DFCD"/>
            </a:solidFill>
            <a:prstDash val="solid"/>
          </a:ln>
        </p:spPr>
      </p:sp>
      <p:sp>
        <p:nvSpPr>
          <p:cNvPr id="28" name="Shape 26"/>
          <p:cNvSpPr/>
          <p:nvPr/>
        </p:nvSpPr>
        <p:spPr>
          <a:xfrm>
            <a:off x="2686050" y="3857625"/>
            <a:ext cx="2190750" cy="200025"/>
          </a:xfrm>
          <a:prstGeom prst="rect">
            <a:avLst/>
          </a:prstGeom>
          <a:solidFill>
            <a:srgbClr val="2B4637"/>
          </a:solidFill>
          <a:ln/>
        </p:spPr>
      </p:sp>
      <p:sp>
        <p:nvSpPr>
          <p:cNvPr id="29" name="Shape 27"/>
          <p:cNvSpPr/>
          <p:nvPr/>
        </p:nvSpPr>
        <p:spPr>
          <a:xfrm>
            <a:off x="4967224" y="3852926"/>
            <a:ext cx="2190750" cy="1076325"/>
          </a:xfrm>
          <a:prstGeom prst="roundRect">
            <a:avLst>
              <a:gd name="adj" fmla="val 6914"/>
            </a:avLst>
          </a:prstGeom>
          <a:solidFill>
            <a:srgbClr val="FFFFFF"/>
          </a:solidFill>
          <a:ln w="9525">
            <a:solidFill>
              <a:srgbClr val="E6DFCD"/>
            </a:solidFill>
            <a:prstDash val="solid"/>
          </a:ln>
        </p:spPr>
      </p:sp>
      <p:sp>
        <p:nvSpPr>
          <p:cNvPr id="30" name="Shape 28"/>
          <p:cNvSpPr/>
          <p:nvPr/>
        </p:nvSpPr>
        <p:spPr>
          <a:xfrm>
            <a:off x="4972050" y="3857625"/>
            <a:ext cx="2181225" cy="200025"/>
          </a:xfrm>
          <a:prstGeom prst="rect">
            <a:avLst/>
          </a:prstGeom>
          <a:solidFill>
            <a:srgbClr val="C08A1E"/>
          </a:solidFill>
          <a:ln/>
        </p:spPr>
      </p:sp>
      <p:sp>
        <p:nvSpPr>
          <p:cNvPr id="31" name="Shape 29"/>
          <p:cNvSpPr/>
          <p:nvPr/>
        </p:nvSpPr>
        <p:spPr>
          <a:xfrm>
            <a:off x="400050" y="5057775"/>
            <a:ext cx="171450" cy="180975"/>
          </a:xfrm>
          <a:prstGeom prst="roundRect">
            <a:avLst>
              <a:gd name="adj" fmla="val 50000"/>
            </a:avLst>
          </a:prstGeom>
          <a:solidFill>
            <a:srgbClr val="2E7A4E"/>
          </a:solidFill>
          <a:ln/>
        </p:spPr>
      </p:sp>
      <p:sp>
        <p:nvSpPr>
          <p:cNvPr id="32" name="Shape 30"/>
          <p:cNvSpPr/>
          <p:nvPr/>
        </p:nvSpPr>
        <p:spPr>
          <a:xfrm>
            <a:off x="414274" y="5962650"/>
            <a:ext cx="5081524" cy="381000"/>
          </a:xfrm>
          <a:prstGeom prst="roundRect">
            <a:avLst/>
          </a:prstGeom>
          <a:solidFill>
            <a:srgbClr val="FFFFFF"/>
          </a:solidFill>
          <a:ln/>
        </p:spPr>
      </p:sp>
      <p:sp>
        <p:nvSpPr>
          <p:cNvPr id="33" name="Shape 31"/>
          <p:cNvSpPr/>
          <p:nvPr/>
        </p:nvSpPr>
        <p:spPr>
          <a:xfrm>
            <a:off x="400050" y="5962650"/>
            <a:ext cx="28575" cy="381000"/>
          </a:xfrm>
          <a:prstGeom prst="rect">
            <a:avLst/>
          </a:prstGeom>
          <a:solidFill>
            <a:srgbClr val="C08A1E"/>
          </a:solidFill>
          <a:ln/>
        </p:spPr>
      </p:sp>
      <p:sp>
        <p:nvSpPr>
          <p:cNvPr id="34" name="Shape 32"/>
          <p:cNvSpPr/>
          <p:nvPr/>
        </p:nvSpPr>
        <p:spPr>
          <a:xfrm>
            <a:off x="400050" y="5286375"/>
            <a:ext cx="1133475" cy="619125"/>
          </a:xfrm>
          <a:prstGeom prst="roundRect">
            <a:avLst>
              <a:gd name="adj" fmla="val 12800"/>
            </a:avLst>
          </a:prstGeom>
          <a:solidFill>
            <a:srgbClr val="F6EFDC"/>
          </a:solidFill>
          <a:ln/>
        </p:spPr>
      </p:sp>
      <p:sp>
        <p:nvSpPr>
          <p:cNvPr id="35" name="Shape 33"/>
          <p:cNvSpPr/>
          <p:nvPr/>
        </p:nvSpPr>
        <p:spPr>
          <a:xfrm>
            <a:off x="1590675" y="5286375"/>
            <a:ext cx="1266825" cy="619125"/>
          </a:xfrm>
          <a:prstGeom prst="roundRect">
            <a:avLst>
              <a:gd name="adj" fmla="val 12800"/>
            </a:avLst>
          </a:prstGeom>
          <a:solidFill>
            <a:srgbClr val="F6EFDC"/>
          </a:solidFill>
          <a:ln/>
        </p:spPr>
      </p:sp>
      <p:sp>
        <p:nvSpPr>
          <p:cNvPr id="36" name="Shape 34"/>
          <p:cNvSpPr/>
          <p:nvPr/>
        </p:nvSpPr>
        <p:spPr>
          <a:xfrm>
            <a:off x="2914650" y="5286375"/>
            <a:ext cx="1390650" cy="619125"/>
          </a:xfrm>
          <a:prstGeom prst="roundRect">
            <a:avLst>
              <a:gd name="adj" fmla="val 12800"/>
            </a:avLst>
          </a:prstGeom>
          <a:solidFill>
            <a:srgbClr val="F6EFDC"/>
          </a:solidFill>
          <a:ln/>
        </p:spPr>
      </p:sp>
      <p:sp>
        <p:nvSpPr>
          <p:cNvPr id="37" name="Shape 35"/>
          <p:cNvSpPr/>
          <p:nvPr/>
        </p:nvSpPr>
        <p:spPr>
          <a:xfrm>
            <a:off x="4362450" y="5286375"/>
            <a:ext cx="1133475" cy="619125"/>
          </a:xfrm>
          <a:prstGeom prst="roundRect">
            <a:avLst>
              <a:gd name="adj" fmla="val 12800"/>
            </a:avLst>
          </a:prstGeom>
          <a:solidFill>
            <a:srgbClr val="F6EFDC"/>
          </a:solidFill>
          <a:ln/>
        </p:spPr>
      </p:sp>
      <p:sp>
        <p:nvSpPr>
          <p:cNvPr id="38" name="Shape 36"/>
          <p:cNvSpPr/>
          <p:nvPr/>
        </p:nvSpPr>
        <p:spPr>
          <a:xfrm>
            <a:off x="400050" y="6638925"/>
            <a:ext cx="171450" cy="171450"/>
          </a:xfrm>
          <a:prstGeom prst="ellipse">
            <a:avLst/>
          </a:prstGeom>
          <a:solidFill>
            <a:srgbClr val="2E7A4E"/>
          </a:solidFill>
          <a:ln/>
        </p:spPr>
      </p:sp>
      <p:sp>
        <p:nvSpPr>
          <p:cNvPr id="39" name="Shape 37"/>
          <p:cNvSpPr/>
          <p:nvPr/>
        </p:nvSpPr>
        <p:spPr>
          <a:xfrm>
            <a:off x="400050" y="7658100"/>
            <a:ext cx="171450" cy="171450"/>
          </a:xfrm>
          <a:prstGeom prst="ellipse">
            <a:avLst/>
          </a:prstGeom>
          <a:solidFill>
            <a:srgbClr val="2E7A4E"/>
          </a:solidFill>
          <a:ln/>
        </p:spPr>
      </p:sp>
      <p:sp>
        <p:nvSpPr>
          <p:cNvPr id="40" name="Shape 38"/>
          <p:cNvSpPr/>
          <p:nvPr/>
        </p:nvSpPr>
        <p:spPr>
          <a:xfrm>
            <a:off x="404876" y="7891526"/>
            <a:ext cx="733425" cy="466725"/>
          </a:xfrm>
          <a:prstGeom prst="roundRect">
            <a:avLst>
              <a:gd name="adj" fmla="val 12871"/>
            </a:avLst>
          </a:prstGeom>
          <a:solidFill>
            <a:srgbClr val="FFFFFF"/>
          </a:solidFill>
          <a:ln w="9525">
            <a:solidFill>
              <a:srgbClr val="E6DFCD"/>
            </a:solidFill>
            <a:prstDash val="solid"/>
          </a:ln>
        </p:spPr>
      </p:sp>
      <p:sp>
        <p:nvSpPr>
          <p:cNvPr id="41" name="Shape 39"/>
          <p:cNvSpPr/>
          <p:nvPr/>
        </p:nvSpPr>
        <p:spPr>
          <a:xfrm>
            <a:off x="1195324" y="7891526"/>
            <a:ext cx="733425" cy="466725"/>
          </a:xfrm>
          <a:prstGeom prst="roundRect">
            <a:avLst>
              <a:gd name="adj" fmla="val 12871"/>
            </a:avLst>
          </a:prstGeom>
          <a:solidFill>
            <a:srgbClr val="FFFFFF"/>
          </a:solidFill>
          <a:ln w="9525">
            <a:solidFill>
              <a:srgbClr val="E6DFCD"/>
            </a:solidFill>
            <a:prstDash val="solid"/>
          </a:ln>
        </p:spPr>
      </p:sp>
      <p:sp>
        <p:nvSpPr>
          <p:cNvPr id="42" name="Shape 40"/>
          <p:cNvSpPr/>
          <p:nvPr/>
        </p:nvSpPr>
        <p:spPr>
          <a:xfrm>
            <a:off x="1985899" y="7891526"/>
            <a:ext cx="733425" cy="466725"/>
          </a:xfrm>
          <a:prstGeom prst="roundRect">
            <a:avLst>
              <a:gd name="adj" fmla="val 12871"/>
            </a:avLst>
          </a:prstGeom>
          <a:solidFill>
            <a:srgbClr val="FFFFFF"/>
          </a:solidFill>
          <a:ln w="9525">
            <a:solidFill>
              <a:srgbClr val="E6DFCD"/>
            </a:solidFill>
            <a:prstDash val="solid"/>
          </a:ln>
        </p:spPr>
      </p:sp>
      <p:sp>
        <p:nvSpPr>
          <p:cNvPr id="43" name="Shape 41"/>
          <p:cNvSpPr/>
          <p:nvPr/>
        </p:nvSpPr>
        <p:spPr>
          <a:xfrm>
            <a:off x="404876" y="8415274"/>
            <a:ext cx="733425" cy="476250"/>
          </a:xfrm>
          <a:prstGeom prst="roundRect">
            <a:avLst>
              <a:gd name="adj" fmla="val 12613"/>
            </a:avLst>
          </a:prstGeom>
          <a:solidFill>
            <a:srgbClr val="FFFFFF"/>
          </a:solidFill>
          <a:ln w="9525">
            <a:solidFill>
              <a:srgbClr val="E6DFCD"/>
            </a:solidFill>
            <a:prstDash val="solid"/>
          </a:ln>
        </p:spPr>
      </p:sp>
      <p:sp>
        <p:nvSpPr>
          <p:cNvPr id="44" name="Shape 42"/>
          <p:cNvSpPr/>
          <p:nvPr/>
        </p:nvSpPr>
        <p:spPr>
          <a:xfrm>
            <a:off x="1195324" y="8415274"/>
            <a:ext cx="733425" cy="476250"/>
          </a:xfrm>
          <a:prstGeom prst="roundRect">
            <a:avLst>
              <a:gd name="adj" fmla="val 12613"/>
            </a:avLst>
          </a:prstGeom>
          <a:solidFill>
            <a:srgbClr val="FFFFFF"/>
          </a:solidFill>
          <a:ln w="9525">
            <a:solidFill>
              <a:srgbClr val="E6DFCD"/>
            </a:solidFill>
            <a:prstDash val="solid"/>
          </a:ln>
        </p:spPr>
      </p:sp>
      <p:sp>
        <p:nvSpPr>
          <p:cNvPr id="45" name="Shape 43"/>
          <p:cNvSpPr/>
          <p:nvPr/>
        </p:nvSpPr>
        <p:spPr>
          <a:xfrm>
            <a:off x="1985899" y="8415274"/>
            <a:ext cx="733425" cy="476250"/>
          </a:xfrm>
          <a:prstGeom prst="roundRect">
            <a:avLst>
              <a:gd name="adj" fmla="val 12613"/>
            </a:avLst>
          </a:prstGeom>
          <a:solidFill>
            <a:srgbClr val="FFFFFF"/>
          </a:solidFill>
          <a:ln w="9525">
            <a:solidFill>
              <a:srgbClr val="E6DFCD"/>
            </a:solidFill>
            <a:prstDash val="solid"/>
          </a:ln>
        </p:spPr>
      </p:sp>
      <p:sp>
        <p:nvSpPr>
          <p:cNvPr id="46" name="Shape 44"/>
          <p:cNvSpPr/>
          <p:nvPr/>
        </p:nvSpPr>
        <p:spPr>
          <a:xfrm>
            <a:off x="2828925" y="7658100"/>
            <a:ext cx="171450" cy="171450"/>
          </a:xfrm>
          <a:prstGeom prst="ellipse">
            <a:avLst/>
          </a:prstGeom>
          <a:solidFill>
            <a:srgbClr val="2E7A4E"/>
          </a:solidFill>
          <a:ln/>
        </p:spPr>
      </p:sp>
      <p:sp>
        <p:nvSpPr>
          <p:cNvPr id="47" name="Shape 45"/>
          <p:cNvSpPr/>
          <p:nvPr/>
        </p:nvSpPr>
        <p:spPr>
          <a:xfrm>
            <a:off x="2833624" y="7891526"/>
            <a:ext cx="1028700" cy="361950"/>
          </a:xfrm>
          <a:prstGeom prst="roundRect">
            <a:avLst>
              <a:gd name="adj" fmla="val 16596"/>
            </a:avLst>
          </a:prstGeom>
          <a:solidFill>
            <a:srgbClr val="FFFFFF"/>
          </a:solidFill>
          <a:ln w="9525">
            <a:solidFill>
              <a:srgbClr val="E6DFCD"/>
            </a:solidFill>
            <a:prstDash val="solid"/>
          </a:ln>
        </p:spPr>
      </p:sp>
      <p:sp>
        <p:nvSpPr>
          <p:cNvPr id="48" name="Shape 46"/>
          <p:cNvSpPr/>
          <p:nvPr/>
        </p:nvSpPr>
        <p:spPr>
          <a:xfrm>
            <a:off x="3919474" y="7891526"/>
            <a:ext cx="1019175" cy="361950"/>
          </a:xfrm>
          <a:prstGeom prst="roundRect">
            <a:avLst>
              <a:gd name="adj" fmla="val 16596"/>
            </a:avLst>
          </a:prstGeom>
          <a:solidFill>
            <a:srgbClr val="1D3A2A"/>
          </a:solidFill>
          <a:ln w="9525">
            <a:solidFill>
              <a:srgbClr val="1D3A2A"/>
            </a:solidFill>
            <a:prstDash val="solid"/>
          </a:ln>
        </p:spPr>
      </p:sp>
      <p:sp>
        <p:nvSpPr>
          <p:cNvPr id="49" name="Shape 47"/>
          <p:cNvSpPr/>
          <p:nvPr/>
        </p:nvSpPr>
        <p:spPr>
          <a:xfrm>
            <a:off x="2833624" y="8310626"/>
            <a:ext cx="1028700" cy="361950"/>
          </a:xfrm>
          <a:prstGeom prst="roundRect">
            <a:avLst>
              <a:gd name="adj" fmla="val 16596"/>
            </a:avLst>
          </a:prstGeom>
          <a:solidFill>
            <a:srgbClr val="FFFFFF"/>
          </a:solidFill>
          <a:ln w="9525">
            <a:solidFill>
              <a:srgbClr val="E6DFCD"/>
            </a:solidFill>
            <a:prstDash val="solid"/>
          </a:ln>
        </p:spPr>
      </p:sp>
      <p:sp>
        <p:nvSpPr>
          <p:cNvPr id="50" name="Shape 48"/>
          <p:cNvSpPr/>
          <p:nvPr/>
        </p:nvSpPr>
        <p:spPr>
          <a:xfrm>
            <a:off x="3919474" y="8310626"/>
            <a:ext cx="1019175" cy="361950"/>
          </a:xfrm>
          <a:prstGeom prst="roundRect">
            <a:avLst>
              <a:gd name="adj" fmla="val 16596"/>
            </a:avLst>
          </a:prstGeom>
          <a:solidFill>
            <a:srgbClr val="FFFFFF"/>
          </a:solidFill>
          <a:ln w="9525">
            <a:solidFill>
              <a:srgbClr val="E6DFCD"/>
            </a:solidFill>
            <a:prstDash val="solid"/>
          </a:ln>
        </p:spPr>
      </p:sp>
      <p:sp>
        <p:nvSpPr>
          <p:cNvPr id="51" name="Shape 49"/>
          <p:cNvSpPr/>
          <p:nvPr/>
        </p:nvSpPr>
        <p:spPr>
          <a:xfrm>
            <a:off x="5048250" y="7658100"/>
            <a:ext cx="180975" cy="171450"/>
          </a:xfrm>
          <a:prstGeom prst="roundRect">
            <a:avLst>
              <a:gd name="adj" fmla="val 50000"/>
            </a:avLst>
          </a:prstGeom>
          <a:solidFill>
            <a:srgbClr val="2E7A4E"/>
          </a:solidFill>
          <a:ln/>
        </p:spPr>
      </p:sp>
      <p:sp>
        <p:nvSpPr>
          <p:cNvPr id="52" name="Shape 50"/>
          <p:cNvSpPr/>
          <p:nvPr/>
        </p:nvSpPr>
        <p:spPr>
          <a:xfrm>
            <a:off x="5052949" y="7891526"/>
            <a:ext cx="1028700" cy="352425"/>
          </a:xfrm>
          <a:prstGeom prst="roundRect">
            <a:avLst>
              <a:gd name="adj" fmla="val 17045"/>
            </a:avLst>
          </a:prstGeom>
          <a:solidFill>
            <a:srgbClr val="FFFFFF"/>
          </a:solidFill>
          <a:ln w="9525">
            <a:solidFill>
              <a:srgbClr val="E6DFCD"/>
            </a:solidFill>
            <a:prstDash val="solid"/>
          </a:ln>
        </p:spPr>
      </p:sp>
      <p:sp>
        <p:nvSpPr>
          <p:cNvPr id="53" name="Shape 51"/>
          <p:cNvSpPr/>
          <p:nvPr/>
        </p:nvSpPr>
        <p:spPr>
          <a:xfrm>
            <a:off x="6138926" y="7891526"/>
            <a:ext cx="1019175" cy="352425"/>
          </a:xfrm>
          <a:prstGeom prst="roundRect">
            <a:avLst>
              <a:gd name="adj" fmla="val 17045"/>
            </a:avLst>
          </a:prstGeom>
          <a:solidFill>
            <a:srgbClr val="FFFFFF"/>
          </a:solidFill>
          <a:ln w="9525">
            <a:solidFill>
              <a:srgbClr val="E6DFCD"/>
            </a:solidFill>
            <a:prstDash val="solid"/>
          </a:ln>
        </p:spPr>
      </p:sp>
      <p:sp>
        <p:nvSpPr>
          <p:cNvPr id="54" name="Shape 52"/>
          <p:cNvSpPr/>
          <p:nvPr/>
        </p:nvSpPr>
        <p:spPr>
          <a:xfrm>
            <a:off x="5052949" y="8300974"/>
            <a:ext cx="1028700" cy="361950"/>
          </a:xfrm>
          <a:prstGeom prst="roundRect">
            <a:avLst>
              <a:gd name="adj" fmla="val 16596"/>
            </a:avLst>
          </a:prstGeom>
          <a:solidFill>
            <a:srgbClr val="FFFFFF"/>
          </a:solidFill>
          <a:ln w="9525">
            <a:solidFill>
              <a:srgbClr val="E6DFCD"/>
            </a:solidFill>
            <a:prstDash val="solid"/>
          </a:ln>
        </p:spPr>
      </p:sp>
      <p:sp>
        <p:nvSpPr>
          <p:cNvPr id="55" name="Shape 53"/>
          <p:cNvSpPr/>
          <p:nvPr/>
        </p:nvSpPr>
        <p:spPr>
          <a:xfrm>
            <a:off x="6138926" y="8300974"/>
            <a:ext cx="1019175" cy="361950"/>
          </a:xfrm>
          <a:prstGeom prst="roundRect">
            <a:avLst>
              <a:gd name="adj" fmla="val 16596"/>
            </a:avLst>
          </a:prstGeom>
          <a:solidFill>
            <a:srgbClr val="FFFFFF"/>
          </a:solidFill>
          <a:ln w="9525">
            <a:solidFill>
              <a:srgbClr val="E6DFCD"/>
            </a:solidFill>
            <a:prstDash val="solid"/>
          </a:ln>
        </p:spPr>
      </p:sp>
      <p:sp>
        <p:nvSpPr>
          <p:cNvPr id="56" name="Shape 54"/>
          <p:cNvSpPr/>
          <p:nvPr/>
        </p:nvSpPr>
        <p:spPr>
          <a:xfrm>
            <a:off x="400050" y="9077325"/>
            <a:ext cx="6762750" cy="333375"/>
          </a:xfrm>
          <a:prstGeom prst="roundRect">
            <a:avLst>
              <a:gd name="adj" fmla="val 19429"/>
            </a:avLst>
          </a:prstGeom>
          <a:solidFill>
            <a:srgbClr val="EEF5EF"/>
          </a:solidFill>
          <a:ln/>
        </p:spPr>
      </p:sp>
      <p:sp>
        <p:nvSpPr>
          <p:cNvPr id="57" name="Shape 55"/>
          <p:cNvSpPr/>
          <p:nvPr/>
        </p:nvSpPr>
        <p:spPr>
          <a:xfrm>
            <a:off x="0" y="10086975"/>
            <a:ext cx="7562850" cy="609600"/>
          </a:xfrm>
          <a:prstGeom prst="rect">
            <a:avLst/>
          </a:prstGeom>
          <a:solidFill>
            <a:srgbClr val="1D3A2A"/>
          </a:solidFill>
          <a:ln/>
        </p:spPr>
      </p:sp>
      <p:sp>
        <p:nvSpPr>
          <p:cNvPr id="58" name="Shape 56"/>
          <p:cNvSpPr/>
          <p:nvPr/>
        </p:nvSpPr>
        <p:spPr>
          <a:xfrm>
            <a:off x="400050" y="10172700"/>
            <a:ext cx="428625" cy="428625"/>
          </a:xfrm>
          <a:prstGeom prst="rect">
            <a:avLst/>
          </a:prstGeom>
          <a:solidFill>
            <a:srgbClr val="FFFFFF"/>
          </a:solidFill>
          <a:ln/>
        </p:spPr>
      </p:sp>
      <p:sp>
        <p:nvSpPr>
          <p:cNvPr id="59" name="Shape 57"/>
          <p:cNvSpPr/>
          <p:nvPr/>
        </p:nvSpPr>
        <p:spPr>
          <a:xfrm>
            <a:off x="6219825" y="10220325"/>
            <a:ext cx="942975" cy="342900"/>
          </a:xfrm>
          <a:prstGeom prst="roundRect">
            <a:avLst>
              <a:gd name="adj" fmla="val 50000"/>
            </a:avLst>
          </a:prstGeom>
          <a:solidFill>
            <a:srgbClr val="FFFFFF"/>
          </a:solidFill>
          <a:ln/>
        </p:spPr>
      </p:sp>
      <p:sp>
        <p:nvSpPr>
          <p:cNvPr id="60" name="Shape 58"/>
          <p:cNvSpPr/>
          <p:nvPr/>
        </p:nvSpPr>
        <p:spPr>
          <a:xfrm>
            <a:off x="504825" y="4171950"/>
            <a:ext cx="38100" cy="38100"/>
          </a:xfrm>
          <a:prstGeom prst="roundRect">
            <a:avLst>
              <a:gd name="adj" fmla="val 47000"/>
            </a:avLst>
          </a:prstGeom>
          <a:solidFill>
            <a:srgbClr val="C08A1E"/>
          </a:solidFill>
          <a:ln/>
        </p:spPr>
      </p:sp>
      <p:sp>
        <p:nvSpPr>
          <p:cNvPr id="61" name="Shape 59"/>
          <p:cNvSpPr/>
          <p:nvPr/>
        </p:nvSpPr>
        <p:spPr>
          <a:xfrm>
            <a:off x="504825" y="4486275"/>
            <a:ext cx="38100" cy="38100"/>
          </a:xfrm>
          <a:prstGeom prst="roundRect">
            <a:avLst>
              <a:gd name="adj" fmla="val 47000"/>
            </a:avLst>
          </a:prstGeom>
          <a:solidFill>
            <a:srgbClr val="C08A1E"/>
          </a:solidFill>
          <a:ln/>
        </p:spPr>
      </p:sp>
      <p:sp>
        <p:nvSpPr>
          <p:cNvPr id="62" name="Shape 60"/>
          <p:cNvSpPr/>
          <p:nvPr/>
        </p:nvSpPr>
        <p:spPr>
          <a:xfrm>
            <a:off x="2790825" y="4171950"/>
            <a:ext cx="38100" cy="38100"/>
          </a:xfrm>
          <a:prstGeom prst="roundRect">
            <a:avLst>
              <a:gd name="adj" fmla="val 47000"/>
            </a:avLst>
          </a:prstGeom>
          <a:solidFill>
            <a:srgbClr val="C08A1E"/>
          </a:solidFill>
          <a:ln/>
        </p:spPr>
      </p:sp>
      <p:sp>
        <p:nvSpPr>
          <p:cNvPr id="63" name="Shape 61"/>
          <p:cNvSpPr/>
          <p:nvPr/>
        </p:nvSpPr>
        <p:spPr>
          <a:xfrm>
            <a:off x="2790825" y="4638675"/>
            <a:ext cx="38100" cy="28575"/>
          </a:xfrm>
          <a:prstGeom prst="roundRect">
            <a:avLst>
              <a:gd name="adj" fmla="val 50222"/>
            </a:avLst>
          </a:prstGeom>
          <a:solidFill>
            <a:srgbClr val="C08A1E"/>
          </a:solidFill>
          <a:ln/>
        </p:spPr>
      </p:sp>
      <p:sp>
        <p:nvSpPr>
          <p:cNvPr id="64" name="Shape 62"/>
          <p:cNvSpPr/>
          <p:nvPr/>
        </p:nvSpPr>
        <p:spPr>
          <a:xfrm>
            <a:off x="5076825" y="4171950"/>
            <a:ext cx="28575" cy="38100"/>
          </a:xfrm>
          <a:prstGeom prst="roundRect">
            <a:avLst>
              <a:gd name="adj" fmla="val 49778"/>
            </a:avLst>
          </a:prstGeom>
          <a:solidFill>
            <a:srgbClr val="C08A1E"/>
          </a:solidFill>
          <a:ln/>
        </p:spPr>
      </p:sp>
      <p:sp>
        <p:nvSpPr>
          <p:cNvPr id="65" name="Shape 63"/>
          <p:cNvSpPr/>
          <p:nvPr/>
        </p:nvSpPr>
        <p:spPr>
          <a:xfrm>
            <a:off x="5076825" y="4486275"/>
            <a:ext cx="28575" cy="38100"/>
          </a:xfrm>
          <a:prstGeom prst="roundRect">
            <a:avLst>
              <a:gd name="adj" fmla="val 49778"/>
            </a:avLst>
          </a:prstGeom>
          <a:solidFill>
            <a:srgbClr val="C08A1E"/>
          </a:solidFill>
          <a:ln/>
        </p:spPr>
      </p:sp>
      <p:sp>
        <p:nvSpPr>
          <p:cNvPr id="66" name="Shape 64"/>
          <p:cNvSpPr/>
          <p:nvPr/>
        </p:nvSpPr>
        <p:spPr>
          <a:xfrm>
            <a:off x="404876" y="6872224"/>
            <a:ext cx="1619250" cy="647700"/>
          </a:xfrm>
          <a:prstGeom prst="roundRect">
            <a:avLst>
              <a:gd name="adj" fmla="val 11490"/>
            </a:avLst>
          </a:prstGeom>
          <a:solidFill>
            <a:srgbClr val="FFFFFF"/>
          </a:solidFill>
          <a:ln w="9525">
            <a:solidFill>
              <a:srgbClr val="E6DFCD"/>
            </a:solidFill>
            <a:prstDash val="solid"/>
          </a:ln>
        </p:spPr>
      </p:sp>
      <p:sp>
        <p:nvSpPr>
          <p:cNvPr id="67" name="Shape 65"/>
          <p:cNvSpPr/>
          <p:nvPr/>
        </p:nvSpPr>
        <p:spPr>
          <a:xfrm>
            <a:off x="2109724" y="6872224"/>
            <a:ext cx="1628775" cy="647700"/>
          </a:xfrm>
          <a:prstGeom prst="roundRect">
            <a:avLst>
              <a:gd name="adj" fmla="val 11490"/>
            </a:avLst>
          </a:prstGeom>
          <a:solidFill>
            <a:srgbClr val="FFFFFF"/>
          </a:solidFill>
          <a:ln w="9525">
            <a:solidFill>
              <a:srgbClr val="E6DFCD"/>
            </a:solidFill>
            <a:prstDash val="solid"/>
          </a:ln>
        </p:spPr>
      </p:sp>
      <p:sp>
        <p:nvSpPr>
          <p:cNvPr id="68" name="Shape 66"/>
          <p:cNvSpPr/>
          <p:nvPr/>
        </p:nvSpPr>
        <p:spPr>
          <a:xfrm>
            <a:off x="2074672" y="7153402"/>
            <a:ext cx="53848" cy="53848"/>
          </a:xfrm>
          <a:prstGeom prst="rect">
            <a:avLst/>
          </a:prstGeom>
          <a:solidFill>
            <a:srgbClr val="C08A1E"/>
          </a:solidFill>
          <a:ln/>
        </p:spPr>
      </p:sp>
      <p:sp>
        <p:nvSpPr>
          <p:cNvPr id="69" name="Shape 67"/>
          <p:cNvSpPr/>
          <p:nvPr/>
        </p:nvSpPr>
        <p:spPr>
          <a:xfrm>
            <a:off x="2074672" y="7193788"/>
            <a:ext cx="53848" cy="53848"/>
          </a:xfrm>
          <a:prstGeom prst="rect">
            <a:avLst/>
          </a:prstGeom>
          <a:solidFill>
            <a:srgbClr val="C08A1E"/>
          </a:solidFill>
          <a:ln/>
        </p:spPr>
      </p:sp>
      <p:sp>
        <p:nvSpPr>
          <p:cNvPr id="70" name="Shape 68"/>
          <p:cNvSpPr/>
          <p:nvPr/>
        </p:nvSpPr>
        <p:spPr>
          <a:xfrm>
            <a:off x="3824224" y="6872224"/>
            <a:ext cx="1628775" cy="647700"/>
          </a:xfrm>
          <a:prstGeom prst="roundRect">
            <a:avLst>
              <a:gd name="adj" fmla="val 11490"/>
            </a:avLst>
          </a:prstGeom>
          <a:solidFill>
            <a:srgbClr val="FFFFFF"/>
          </a:solidFill>
          <a:ln w="9525">
            <a:solidFill>
              <a:srgbClr val="E6DFCD"/>
            </a:solidFill>
            <a:prstDash val="solid"/>
          </a:ln>
        </p:spPr>
      </p:sp>
      <p:sp>
        <p:nvSpPr>
          <p:cNvPr id="71" name="Shape 69"/>
          <p:cNvSpPr/>
          <p:nvPr/>
        </p:nvSpPr>
        <p:spPr>
          <a:xfrm>
            <a:off x="3789172" y="7153402"/>
            <a:ext cx="53848" cy="53848"/>
          </a:xfrm>
          <a:prstGeom prst="rect">
            <a:avLst/>
          </a:prstGeom>
          <a:solidFill>
            <a:srgbClr val="C08A1E"/>
          </a:solidFill>
          <a:ln/>
        </p:spPr>
      </p:sp>
      <p:sp>
        <p:nvSpPr>
          <p:cNvPr id="72" name="Shape 70"/>
          <p:cNvSpPr/>
          <p:nvPr/>
        </p:nvSpPr>
        <p:spPr>
          <a:xfrm>
            <a:off x="3789172" y="7193788"/>
            <a:ext cx="53848" cy="53848"/>
          </a:xfrm>
          <a:prstGeom prst="rect">
            <a:avLst/>
          </a:prstGeom>
          <a:solidFill>
            <a:srgbClr val="C08A1E"/>
          </a:solidFill>
          <a:ln/>
        </p:spPr>
      </p:sp>
      <p:sp>
        <p:nvSpPr>
          <p:cNvPr id="73" name="Shape 71"/>
          <p:cNvSpPr/>
          <p:nvPr/>
        </p:nvSpPr>
        <p:spPr>
          <a:xfrm>
            <a:off x="5538724" y="6872224"/>
            <a:ext cx="1619250" cy="647700"/>
          </a:xfrm>
          <a:prstGeom prst="roundRect">
            <a:avLst>
              <a:gd name="adj" fmla="val 11490"/>
            </a:avLst>
          </a:prstGeom>
          <a:solidFill>
            <a:srgbClr val="FFFFFF"/>
          </a:solidFill>
          <a:ln w="9525">
            <a:solidFill>
              <a:srgbClr val="E6DFCD"/>
            </a:solidFill>
            <a:prstDash val="solid"/>
          </a:ln>
        </p:spPr>
      </p:sp>
      <p:sp>
        <p:nvSpPr>
          <p:cNvPr id="74" name="Shape 72"/>
          <p:cNvSpPr/>
          <p:nvPr/>
        </p:nvSpPr>
        <p:spPr>
          <a:xfrm>
            <a:off x="5503672" y="7153402"/>
            <a:ext cx="53848" cy="53848"/>
          </a:xfrm>
          <a:prstGeom prst="rect">
            <a:avLst/>
          </a:prstGeom>
          <a:solidFill>
            <a:srgbClr val="C08A1E"/>
          </a:solidFill>
          <a:ln/>
        </p:spPr>
      </p:sp>
      <p:sp>
        <p:nvSpPr>
          <p:cNvPr id="75" name="Shape 73"/>
          <p:cNvSpPr/>
          <p:nvPr/>
        </p:nvSpPr>
        <p:spPr>
          <a:xfrm>
            <a:off x="5503672" y="7193788"/>
            <a:ext cx="53848" cy="53848"/>
          </a:xfrm>
          <a:prstGeom prst="rect">
            <a:avLst/>
          </a:prstGeom>
          <a:solidFill>
            <a:srgbClr val="C08A1E"/>
          </a:solidFill>
          <a:ln/>
        </p:spPr>
      </p:sp>
      <p:pic>
        <p:nvPicPr>
          <p:cNvPr id="76" name="Image 0" descr="bookie_face">    </p:cNvPr>
          <p:cNvPicPr>
            <a:picLocks noChangeAspect="1"/>
          </p:cNvPicPr>
          <p:nvPr/>
        </p:nvPicPr>
        <p:blipFill>
          <a:blip r:embed="rId1"/>
          <a:stretch>
            <a:fillRect/>
          </a:stretch>
        </p:blipFill>
        <p:spPr>
          <a:xfrm>
            <a:off x="400050" y="209550"/>
            <a:ext cx="304800" cy="304800"/>
          </a:xfrm>
          <a:prstGeom prst="rect">
            <a:avLst/>
          </a:prstGeom>
        </p:spPr>
      </p:pic>
      <p:pic>
        <p:nvPicPr>
          <p:cNvPr id="77" name="Image 1" descr="kids_class">    </p:cNvPr>
          <p:cNvPicPr>
            <a:picLocks noChangeAspect="1"/>
          </p:cNvPicPr>
          <p:nvPr/>
        </p:nvPicPr>
        <p:blipFill>
          <a:blip r:embed="rId2"/>
          <a:stretch>
            <a:fillRect/>
          </a:stretch>
        </p:blipFill>
        <p:spPr>
          <a:xfrm>
            <a:off x="6296025" y="685800"/>
            <a:ext cx="838200" cy="847725"/>
          </a:xfrm>
          <a:prstGeom prst="rect">
            <a:avLst/>
          </a:prstGeom>
        </p:spPr>
      </p:pic>
      <p:pic>
        <p:nvPicPr>
          <p:cNvPr id="78" name="Image 2" descr="qr_bookie">    </p:cNvPr>
          <p:cNvPicPr>
            <a:picLocks noChangeAspect="1"/>
          </p:cNvPicPr>
          <p:nvPr/>
        </p:nvPicPr>
        <p:blipFill>
          <a:blip r:embed="rId3"/>
          <a:stretch>
            <a:fillRect/>
          </a:stretch>
        </p:blipFill>
        <p:spPr>
          <a:xfrm>
            <a:off x="428752" y="10201402"/>
            <a:ext cx="371221" cy="371221"/>
          </a:xfrm>
          <a:prstGeom prst="rect">
            <a:avLst/>
          </a:prstGeom>
        </p:spPr>
      </p:pic>
      <p:pic>
        <p:nvPicPr>
          <p:cNvPr id="79" name="Image 3" descr="msecm_logo">    </p:cNvPr>
          <p:cNvPicPr>
            <a:picLocks noChangeAspect="1"/>
          </p:cNvPicPr>
          <p:nvPr/>
        </p:nvPicPr>
        <p:blipFill>
          <a:blip r:embed="rId4"/>
          <a:stretch>
            <a:fillRect/>
          </a:stretch>
        </p:blipFill>
        <p:spPr>
          <a:xfrm>
            <a:off x="6372225" y="10277475"/>
            <a:ext cx="638175" cy="228600"/>
          </a:xfrm>
          <a:prstGeom prst="rect">
            <a:avLst/>
          </a:prstGeom>
        </p:spPr>
      </p:pic>
      <p:pic>
        <p:nvPicPr>
          <p:cNvPr id="80" name="Image 4" descr="class_photo">    </p:cNvPr>
          <p:cNvPicPr>
            <a:picLocks noChangeAspect="1"/>
          </p:cNvPicPr>
          <p:nvPr/>
        </p:nvPicPr>
        <p:blipFill>
          <a:blip r:embed="rId5"/>
          <a:stretch>
            <a:fillRect/>
          </a:stretch>
        </p:blipFill>
        <p:spPr>
          <a:xfrm>
            <a:off x="5581650" y="5286375"/>
            <a:ext cx="1581150" cy="1219200"/>
          </a:xfrm>
          <a:prstGeom prst="rect">
            <a:avLst/>
          </a:prstGeom>
        </p:spPr>
      </p:pic>
      <p:sp>
        <p:nvSpPr>
          <p:cNvPr id="81" name="txt-1-0"/>
          <p:cNvSpPr txBox="1"/>
          <p:nvPr/>
        </p:nvSpPr>
        <p:spPr>
          <a:xfrm>
            <a:off x="5777103" y="199136"/>
            <a:ext cx="1546225" cy="225425"/>
          </a:xfrm>
          <a:prstGeom prst="rect">
            <a:avLst/>
          </a:prstGeom>
          <a:noFill/>
          <a:ln/>
        </p:spPr>
        <p:txBody>
          <a:bodyPr wrap="square" lIns="0" tIns="0" rIns="0" bIns="0" rtlCol="0" anchor="t"/>
          <a:lstStyle/>
          <a:p>
            <a:pPr algn="l" indent="0" marL="0">
              <a:lnSpc>
                <a:spcPts val="1365"/>
              </a:lnSpc>
              <a:buNone/>
            </a:pPr>
            <a:r>
              <a:rPr lang="ko-KR" altLang="en-US" sz="1050" spc="-5" kern="0" dirty="0">
                <a:solidFill>
                  <a:srgbClr val="F2D58A"/>
                </a:solidFill>
                <a:latin typeface="Pretendard ExtraBold" pitchFamily="34" charset="0"/>
                <a:ea typeface="Pretendard ExtraBold" pitchFamily="34" charset="-122"/>
                <a:cs typeface="Pretendard ExtraBold" pitchFamily="34" charset="-120"/>
              </a:rPr>
              <a:t>통합운영 제안서 한 장 요약</a:t>
            </a:r>
            <a:endParaRPr lang="en-US" sz="1050" dirty="0"/>
          </a:p>
        </p:txBody>
      </p:sp>
      <p:sp>
        <p:nvSpPr>
          <p:cNvPr id="82" name="txt-1-1"/>
          <p:cNvSpPr txBox="1"/>
          <p:nvPr/>
        </p:nvSpPr>
        <p:spPr>
          <a:xfrm>
            <a:off x="1197610" y="295148"/>
            <a:ext cx="523494" cy="203708"/>
          </a:xfrm>
          <a:prstGeom prst="rect">
            <a:avLst/>
          </a:prstGeom>
          <a:noFill/>
          <a:ln/>
        </p:spPr>
        <p:txBody>
          <a:bodyPr wrap="square" lIns="0" tIns="0" rIns="0" bIns="0" rtlCol="0" anchor="t"/>
          <a:lstStyle/>
          <a:p>
            <a:pPr algn="l" indent="0" marL="0">
              <a:lnSpc>
                <a:spcPts val="1234"/>
              </a:lnSpc>
              <a:buNone/>
            </a:pPr>
            <a:r>
              <a:rPr lang="ko-KR" altLang="en-US" sz="949" spc="38" kern="0" dirty="0">
                <a:solidFill>
                  <a:srgbClr val="C9D6CC"/>
                </a:solidFill>
                <a:latin typeface="Noto Serif KR" pitchFamily="34" charset="0"/>
                <a:ea typeface="Noto Serif KR" pitchFamily="34" charset="-122"/>
                <a:cs typeface="Noto Serif KR" pitchFamily="34" charset="-120"/>
              </a:rPr>
              <a:t>bookie</a:t>
            </a:r>
            <a:endParaRPr lang="en-US" sz="949" dirty="0"/>
          </a:p>
        </p:txBody>
      </p:sp>
      <p:sp>
        <p:nvSpPr>
          <p:cNvPr id="83" name="txt-1-2"/>
          <p:cNvSpPr txBox="1"/>
          <p:nvPr/>
        </p:nvSpPr>
        <p:spPr>
          <a:xfrm>
            <a:off x="767842" y="265811"/>
            <a:ext cx="440182" cy="300355"/>
          </a:xfrm>
          <a:prstGeom prst="rect">
            <a:avLst/>
          </a:prstGeom>
          <a:noFill/>
          <a:ln/>
        </p:spPr>
        <p:txBody>
          <a:bodyPr wrap="square" lIns="0" tIns="0" rIns="0" bIns="0" rtlCol="0" anchor="t"/>
          <a:lstStyle/>
          <a:p>
            <a:pPr algn="l" indent="0" marL="0">
              <a:lnSpc>
                <a:spcPts val="1819"/>
              </a:lnSpc>
              <a:buNone/>
            </a:pPr>
            <a:r>
              <a:rPr lang="ko-KR" altLang="en-US" sz="1399" b="1" dirty="0">
                <a:solidFill>
                  <a:srgbClr val="FFFFFF"/>
                </a:solidFill>
                <a:latin typeface="Noto Serif KR" pitchFamily="34" charset="0"/>
                <a:ea typeface="Noto Serif KR" pitchFamily="34" charset="-122"/>
                <a:cs typeface="Noto Serif KR" pitchFamily="34" charset="-120"/>
              </a:rPr>
              <a:t>부기</a:t>
            </a:r>
            <a:endParaRPr lang="en-US" sz="1399" dirty="0"/>
          </a:p>
        </p:txBody>
      </p:sp>
      <p:sp>
        <p:nvSpPr>
          <p:cNvPr id="84" name="txt-1-3"/>
          <p:cNvSpPr txBox="1"/>
          <p:nvPr/>
        </p:nvSpPr>
        <p:spPr>
          <a:xfrm>
            <a:off x="4939157" y="380365"/>
            <a:ext cx="1888871" cy="176022"/>
          </a:xfrm>
          <a:prstGeom prst="rect">
            <a:avLst/>
          </a:prstGeom>
          <a:noFill/>
          <a:ln/>
        </p:spPr>
        <p:txBody>
          <a:bodyPr wrap="square" lIns="0" tIns="0" rIns="0" bIns="0" rtlCol="0" anchor="t"/>
          <a:lstStyle/>
          <a:p>
            <a:pPr algn="l" indent="0" marL="0">
              <a:lnSpc>
                <a:spcPts val="1066"/>
              </a:lnSpc>
              <a:buNone/>
            </a:pPr>
            <a:r>
              <a:rPr lang="ko-KR" altLang="en-US" sz="820" dirty="0">
                <a:solidFill>
                  <a:srgbClr val="C9D6CC"/>
                </a:solidFill>
                <a:latin typeface="Pretendard" pitchFamily="34" charset="0"/>
                <a:ea typeface="Pretendard" pitchFamily="34" charset="-122"/>
                <a:cs typeface="Pretendard" pitchFamily="34" charset="-120"/>
              </a:rPr>
              <a:t>초등 독서교육 플랫폼 부기(BOOKIE) 기반</a:t>
            </a:r>
            <a:endParaRPr lang="en-US" sz="820" dirty="0"/>
          </a:p>
        </p:txBody>
      </p:sp>
      <p:sp>
        <p:nvSpPr>
          <p:cNvPr id="85" name="txt-1-4"/>
          <p:cNvSpPr txBox="1"/>
          <p:nvPr/>
        </p:nvSpPr>
        <p:spPr>
          <a:xfrm>
            <a:off x="6735445" y="380365"/>
            <a:ext cx="530479" cy="176022"/>
          </a:xfrm>
          <a:prstGeom prst="rect">
            <a:avLst/>
          </a:prstGeom>
          <a:noFill/>
          <a:ln/>
        </p:spPr>
        <p:txBody>
          <a:bodyPr wrap="square" lIns="0" tIns="0" rIns="0" bIns="0" rtlCol="0" anchor="t"/>
          <a:lstStyle/>
          <a:p>
            <a:pPr algn="l" indent="0" marL="0">
              <a:lnSpc>
                <a:spcPts val="1066"/>
              </a:lnSpc>
              <a:buNone/>
            </a:pPr>
            <a:r>
              <a:rPr lang="ko-KR" altLang="en-US" sz="820" spc="-7" kern="0" dirty="0">
                <a:solidFill>
                  <a:srgbClr val="C9D6CC"/>
                </a:solidFill>
                <a:latin typeface="Pretendard" pitchFamily="34" charset="0"/>
                <a:ea typeface="Pretendard" pitchFamily="34" charset="-122"/>
                <a:cs typeface="Pretendard" pitchFamily="34" charset="-120"/>
              </a:rPr>
              <a:t>2026. 10.</a:t>
            </a:r>
            <a:endParaRPr lang="en-US" sz="820" dirty="0"/>
          </a:p>
        </p:txBody>
      </p:sp>
      <p:sp>
        <p:nvSpPr>
          <p:cNvPr id="86" name="txt-1-5"/>
          <p:cNvSpPr txBox="1"/>
          <p:nvPr/>
        </p:nvSpPr>
        <p:spPr>
          <a:xfrm>
            <a:off x="397256" y="619379"/>
            <a:ext cx="2798826" cy="722884"/>
          </a:xfrm>
          <a:prstGeom prst="rect">
            <a:avLst/>
          </a:prstGeom>
          <a:noFill/>
          <a:ln/>
        </p:spPr>
        <p:txBody>
          <a:bodyPr wrap="square" lIns="0" tIns="0" rIns="0" bIns="0" rtlCol="0" anchor="t"/>
          <a:lstStyle/>
          <a:p>
            <a:pPr algn="l" indent="0" marL="0">
              <a:lnSpc>
                <a:spcPts val="2475"/>
              </a:lnSpc>
              <a:buNone/>
            </a:pPr>
            <a:r>
              <a:rPr lang="ko-KR" altLang="en-US" sz="1999" spc="-12" kern="0" dirty="0">
                <a:solidFill>
                  <a:srgbClr val="FFFFFF"/>
                </a:solidFill>
                <a:latin typeface="Noto Serif KR Black" pitchFamily="34" charset="0"/>
                <a:ea typeface="Noto Serif KR Black" pitchFamily="34" charset="-122"/>
                <a:cs typeface="Noto Serif KR Black" pitchFamily="34" charset="-120"/>
              </a:rPr>
              <a:t>책과 이야기하며</a:t>
            </a:r>
            <a:endParaRPr lang="en-US" sz="1999" dirty="0"/>
          </a:p>
          <a:p>
            <a:pPr algn="l" indent="0" marL="0">
              <a:lnSpc>
                <a:spcPts val="2475"/>
              </a:lnSpc>
              <a:buNone/>
            </a:pPr>
            <a:r>
              <a:rPr lang="ko-KR" altLang="en-US" sz="1999" spc="-12" kern="0" dirty="0">
                <a:solidFill>
                  <a:srgbClr val="F2D58A"/>
                </a:solidFill>
                <a:latin typeface="Noto Serif KR Black" pitchFamily="34" charset="0"/>
                <a:ea typeface="Noto Serif KR Black" pitchFamily="34" charset="-122"/>
                <a:cs typeface="Noto Serif KR Black" pitchFamily="34" charset="-120"/>
              </a:rPr>
              <a:t>스스로 생각하는 아이로</a:t>
            </a:r>
            <a:endParaRPr lang="en-US" sz="1999" dirty="0"/>
          </a:p>
        </p:txBody>
      </p:sp>
      <p:sp>
        <p:nvSpPr>
          <p:cNvPr id="87" name="txt-1-6"/>
          <p:cNvSpPr txBox="1"/>
          <p:nvPr/>
        </p:nvSpPr>
        <p:spPr>
          <a:xfrm>
            <a:off x="397256" y="1275334"/>
            <a:ext cx="5026914" cy="394335"/>
          </a:xfrm>
          <a:prstGeom prst="rect">
            <a:avLst/>
          </a:prstGeom>
          <a:noFill/>
          <a:ln/>
        </p:spPr>
        <p:txBody>
          <a:bodyPr wrap="square" lIns="0" tIns="0" rIns="0" bIns="0" rtlCol="0" anchor="t"/>
          <a:lstStyle/>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AI의 답을 읽고 판단할 바탕은 학생이 직접 읽고 생각한 시간에서 자랍니다.</a:t>
            </a:r>
            <a:endParaRPr lang="en-US" sz="889" dirty="0"/>
          </a:p>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낯선 어휘에서 멈추지 않도록 돕고, 우리 반의 문제를 책 속 인물과 질문에 연결하는 독서수업을 제안합니다.</a:t>
            </a:r>
            <a:endParaRPr lang="en-US" sz="889" dirty="0"/>
          </a:p>
        </p:txBody>
      </p:sp>
      <p:sp>
        <p:nvSpPr>
          <p:cNvPr id="88" name="txt-1-7"/>
          <p:cNvSpPr txBox="1"/>
          <p:nvPr/>
        </p:nvSpPr>
        <p:spPr>
          <a:xfrm>
            <a:off x="460883" y="1951482"/>
            <a:ext cx="12420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1</a:t>
            </a:r>
            <a:endParaRPr lang="en-US" sz="760" dirty="0"/>
          </a:p>
        </p:txBody>
      </p:sp>
      <p:sp>
        <p:nvSpPr>
          <p:cNvPr id="89" name="txt-1-8"/>
          <p:cNvSpPr txBox="1"/>
          <p:nvPr/>
        </p:nvSpPr>
        <p:spPr>
          <a:xfrm>
            <a:off x="4123436" y="1951482"/>
            <a:ext cx="138557"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2</a:t>
            </a:r>
            <a:endParaRPr lang="en-US" sz="760" dirty="0"/>
          </a:p>
        </p:txBody>
      </p:sp>
      <p:sp>
        <p:nvSpPr>
          <p:cNvPr id="90" name="txt-1-9"/>
          <p:cNvSpPr txBox="1"/>
          <p:nvPr/>
        </p:nvSpPr>
        <p:spPr>
          <a:xfrm>
            <a:off x="634873"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사업 개요</a:t>
            </a:r>
            <a:endParaRPr lang="en-US" sz="1060" dirty="0"/>
          </a:p>
        </p:txBody>
      </p:sp>
      <p:sp>
        <p:nvSpPr>
          <p:cNvPr id="91" name="txt-1-10"/>
          <p:cNvSpPr txBox="1"/>
          <p:nvPr/>
        </p:nvSpPr>
        <p:spPr>
          <a:xfrm>
            <a:off x="4304157"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제안 배경</a:t>
            </a:r>
            <a:endParaRPr lang="en-US" sz="1060" dirty="0"/>
          </a:p>
        </p:txBody>
      </p:sp>
      <p:sp>
        <p:nvSpPr>
          <p:cNvPr id="92" name="txt-1-11"/>
          <p:cNvSpPr txBox="1"/>
          <p:nvPr/>
        </p:nvSpPr>
        <p:spPr>
          <a:xfrm>
            <a:off x="493014" y="2218055"/>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사업명</a:t>
            </a:r>
            <a:endParaRPr lang="en-US" sz="799" dirty="0"/>
          </a:p>
        </p:txBody>
      </p:sp>
      <p:sp>
        <p:nvSpPr>
          <p:cNvPr id="93" name="txt-1-12"/>
          <p:cNvSpPr txBox="1"/>
          <p:nvPr/>
        </p:nvSpPr>
        <p:spPr>
          <a:xfrm>
            <a:off x="1094232" y="2218055"/>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초등 디지털 독서교육 플랫폼 기반 온라인 독서교육 통합운영 사업</a:t>
            </a:r>
            <a:endParaRPr lang="en-US" sz="799" dirty="0"/>
          </a:p>
        </p:txBody>
      </p:sp>
      <p:sp>
        <p:nvSpPr>
          <p:cNvPr id="94" name="txt-1-13"/>
          <p:cNvSpPr txBox="1"/>
          <p:nvPr/>
        </p:nvSpPr>
        <p:spPr>
          <a:xfrm>
            <a:off x="4169664" y="2199767"/>
            <a:ext cx="567309" cy="332486"/>
          </a:xfrm>
          <a:prstGeom prst="rect">
            <a:avLst/>
          </a:prstGeom>
          <a:noFill/>
          <a:ln/>
        </p:spPr>
        <p:txBody>
          <a:bodyPr wrap="square" lIns="0" tIns="0" rIns="0" bIns="0" rtlCol="0" anchor="t"/>
          <a:lstStyle/>
          <a:p>
            <a:pPr algn="l" indent="0" marL="0">
              <a:lnSpc>
                <a:spcPts val="2014"/>
              </a:lnSpc>
              <a:buNone/>
            </a:pPr>
            <a:r>
              <a:rPr lang="ko-KR" altLang="en-US" sz="1549" spc="-69" kern="0" dirty="0">
                <a:solidFill>
                  <a:srgbClr val="B5452F"/>
                </a:solidFill>
                <a:latin typeface="Pretendard ExtraBold" pitchFamily="34" charset="0"/>
                <a:ea typeface="Pretendard ExtraBold" pitchFamily="34" charset="-122"/>
                <a:cs typeface="Pretendard ExtraBold" pitchFamily="34" charset="-120"/>
              </a:rPr>
              <a:t>17.8</a:t>
            </a:r>
            <a:pPr algn="l" indent="0" marL="0">
              <a:lnSpc>
                <a:spcPts val="2014"/>
              </a:lnSpc>
              <a:buNone/>
            </a:pPr>
            <a:r>
              <a:rPr lang="ko-KR" altLang="en-US" sz="840" b="1" spc="-69"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95" name="txt-1-14"/>
          <p:cNvSpPr txBox="1"/>
          <p:nvPr/>
        </p:nvSpPr>
        <p:spPr>
          <a:xfrm>
            <a:off x="5750560" y="2199767"/>
            <a:ext cx="599694" cy="332486"/>
          </a:xfrm>
          <a:prstGeom prst="rect">
            <a:avLst/>
          </a:prstGeom>
          <a:noFill/>
          <a:ln/>
        </p:spPr>
        <p:txBody>
          <a:bodyPr wrap="square" lIns="0" tIns="0" rIns="0" bIns="0" rtlCol="0" anchor="t"/>
          <a:lstStyle/>
          <a:p>
            <a:pPr algn="l" indent="0" marL="0">
              <a:lnSpc>
                <a:spcPts val="2014"/>
              </a:lnSpc>
              <a:buNone/>
            </a:pPr>
            <a:r>
              <a:rPr lang="ko-KR" altLang="en-US" sz="1549" spc="-37" kern="0" dirty="0">
                <a:solidFill>
                  <a:srgbClr val="1D3A2A"/>
                </a:solidFill>
                <a:latin typeface="Pretendard ExtraBold" pitchFamily="34" charset="0"/>
                <a:ea typeface="Pretendard ExtraBold" pitchFamily="34" charset="-122"/>
                <a:cs typeface="Pretendard ExtraBold" pitchFamily="34" charset="-120"/>
              </a:rPr>
              <a:t>91.8</a:t>
            </a:r>
            <a:pPr algn="l" indent="0" marL="0">
              <a:lnSpc>
                <a:spcPts val="2014"/>
              </a:lnSpc>
              <a:buNone/>
            </a:pPr>
            <a:r>
              <a:rPr lang="ko-KR" altLang="en-US" sz="840" b="1" spc="-37" kern="0" dirty="0">
                <a:solidFill>
                  <a:srgbClr val="1D3A2A"/>
                </a:solidFill>
                <a:latin typeface="Pretendard" pitchFamily="34" charset="0"/>
                <a:ea typeface="Pretendard" pitchFamily="34" charset="-122"/>
                <a:cs typeface="Pretendard" pitchFamily="34" charset="-120"/>
              </a:rPr>
              <a:t>%</a:t>
            </a:r>
            <a:endParaRPr lang="en-US" sz="1549" dirty="0"/>
          </a:p>
        </p:txBody>
      </p:sp>
      <p:sp>
        <p:nvSpPr>
          <p:cNvPr id="96" name="txt-1-15"/>
          <p:cNvSpPr txBox="1"/>
          <p:nvPr/>
        </p:nvSpPr>
        <p:spPr>
          <a:xfrm>
            <a:off x="4169664" y="2447290"/>
            <a:ext cx="1258062"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읽기 기초 수준 미달 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PISA 2025(2022년 14.7%)</a:t>
            </a:r>
            <a:endParaRPr lang="en-US" sz="760" dirty="0"/>
          </a:p>
        </p:txBody>
      </p:sp>
      <p:sp>
        <p:nvSpPr>
          <p:cNvPr id="97" name="txt-1-16"/>
          <p:cNvSpPr txBox="1"/>
          <p:nvPr/>
        </p:nvSpPr>
        <p:spPr>
          <a:xfrm>
            <a:off x="5750560" y="2447290"/>
            <a:ext cx="109982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 문해력이 떨어졌다고</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답한 교원(2024)</a:t>
            </a:r>
            <a:endParaRPr lang="en-US" sz="760" dirty="0"/>
          </a:p>
        </p:txBody>
      </p:sp>
      <p:sp>
        <p:nvSpPr>
          <p:cNvPr id="98" name="txt-1-17"/>
          <p:cNvSpPr txBox="1"/>
          <p:nvPr/>
        </p:nvSpPr>
        <p:spPr>
          <a:xfrm>
            <a:off x="1094232" y="2465959"/>
            <a:ext cx="2492375"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교육청이 선정한 참여 초등학교 1~6학년 학생과 담당 교원</a:t>
            </a:r>
            <a:endParaRPr lang="en-US" sz="799" dirty="0"/>
          </a:p>
        </p:txBody>
      </p:sp>
      <p:sp>
        <p:nvSpPr>
          <p:cNvPr id="99" name="txt-1-18"/>
          <p:cNvSpPr txBox="1"/>
          <p:nvPr/>
        </p:nvSpPr>
        <p:spPr>
          <a:xfrm>
            <a:off x="493014" y="2475230"/>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 대상</a:t>
            </a:r>
            <a:endParaRPr lang="en-US" sz="799" dirty="0"/>
          </a:p>
        </p:txBody>
      </p:sp>
      <p:sp>
        <p:nvSpPr>
          <p:cNvPr id="100" name="txt-1-19"/>
          <p:cNvSpPr txBox="1"/>
          <p:nvPr/>
        </p:nvSpPr>
        <p:spPr>
          <a:xfrm>
            <a:off x="1094232" y="2713355"/>
            <a:ext cx="2976753"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부기 300권과 차시 자료, 어휘력 진단, 교원 연수, 운영지원, 성과 보고</a:t>
            </a:r>
            <a:endParaRPr lang="en-US" sz="799" dirty="0"/>
          </a:p>
        </p:txBody>
      </p:sp>
      <p:sp>
        <p:nvSpPr>
          <p:cNvPr id="101" name="txt-1-20"/>
          <p:cNvSpPr txBox="1"/>
          <p:nvPr/>
        </p:nvSpPr>
        <p:spPr>
          <a:xfrm>
            <a:off x="493014" y="2723007"/>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제공 내용</a:t>
            </a:r>
            <a:endParaRPr lang="en-US" sz="799" dirty="0"/>
          </a:p>
        </p:txBody>
      </p:sp>
      <p:sp>
        <p:nvSpPr>
          <p:cNvPr id="102" name="txt-1-21"/>
          <p:cNvSpPr txBox="1"/>
          <p:nvPr/>
        </p:nvSpPr>
        <p:spPr>
          <a:xfrm>
            <a:off x="1094232" y="2970530"/>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플랫폼 운영형 또는 교육강사가 찾아가는 위탁 운영형 가운데 고름</a:t>
            </a:r>
            <a:endParaRPr lang="en-US" sz="799" dirty="0"/>
          </a:p>
        </p:txBody>
      </p:sp>
      <p:sp>
        <p:nvSpPr>
          <p:cNvPr id="103" name="txt-1-22"/>
          <p:cNvSpPr txBox="1"/>
          <p:nvPr/>
        </p:nvSpPr>
        <p:spPr>
          <a:xfrm>
            <a:off x="493014" y="2980055"/>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운영 방식</a:t>
            </a:r>
            <a:endParaRPr lang="en-US" sz="799" dirty="0"/>
          </a:p>
        </p:txBody>
      </p:sp>
      <p:sp>
        <p:nvSpPr>
          <p:cNvPr id="104" name="txt-1-23"/>
          <p:cNvSpPr txBox="1"/>
          <p:nvPr/>
        </p:nvSpPr>
        <p:spPr>
          <a:xfrm>
            <a:off x="4169664" y="2895219"/>
            <a:ext cx="657098" cy="332486"/>
          </a:xfrm>
          <a:prstGeom prst="rect">
            <a:avLst/>
          </a:prstGeom>
          <a:noFill/>
          <a:ln/>
        </p:spPr>
        <p:txBody>
          <a:bodyPr wrap="square" lIns="0" tIns="0" rIns="0" bIns="0" rtlCol="0" anchor="t"/>
          <a:lstStyle/>
          <a:p>
            <a:pPr algn="l" indent="0" marL="0">
              <a:lnSpc>
                <a:spcPts val="2014"/>
              </a:lnSpc>
              <a:buNone/>
            </a:pPr>
            <a:r>
              <a:rPr lang="ko-KR" altLang="en-US" sz="1549" spc="-11" kern="0" dirty="0">
                <a:solidFill>
                  <a:srgbClr val="B5452F"/>
                </a:solidFill>
                <a:latin typeface="Pretendard ExtraBold" pitchFamily="34" charset="0"/>
                <a:ea typeface="Pretendard ExtraBold" pitchFamily="34" charset="-122"/>
                <a:cs typeface="Pretendard ExtraBold" pitchFamily="34" charset="-120"/>
              </a:rPr>
              <a:t>44.4</a:t>
            </a:r>
            <a:pPr algn="l" indent="0" marL="0">
              <a:lnSpc>
                <a:spcPts val="2014"/>
              </a:lnSpc>
              <a:buNone/>
            </a:pPr>
            <a:r>
              <a:rPr lang="ko-KR" altLang="en-US" sz="840" b="1" spc="-11"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105" name="txt-1-24"/>
          <p:cNvSpPr txBox="1"/>
          <p:nvPr/>
        </p:nvSpPr>
        <p:spPr>
          <a:xfrm>
            <a:off x="5750560" y="2895219"/>
            <a:ext cx="861060"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2E7A4E"/>
                </a:solidFill>
                <a:latin typeface="Pretendard ExtraBold" pitchFamily="34" charset="0"/>
                <a:ea typeface="Pretendard ExtraBold" pitchFamily="34" charset="-122"/>
                <a:cs typeface="Pretendard ExtraBold" pitchFamily="34" charset="-120"/>
              </a:rPr>
              <a:t>함께 읽기</a:t>
            </a:r>
            <a:endParaRPr lang="en-US" sz="1549" dirty="0"/>
          </a:p>
        </p:txBody>
      </p:sp>
      <p:sp>
        <p:nvSpPr>
          <p:cNvPr id="106" name="txt-1-25"/>
          <p:cNvSpPr txBox="1"/>
          <p:nvPr/>
        </p:nvSpPr>
        <p:spPr>
          <a:xfrm>
            <a:off x="4169664" y="3142361"/>
            <a:ext cx="131724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초등학생 독서 긍정 인식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(2023, 4년 사이 6.9%p 하락)</a:t>
            </a:r>
            <a:endParaRPr lang="en-US" sz="760" dirty="0"/>
          </a:p>
        </p:txBody>
      </p:sp>
      <p:sp>
        <p:nvSpPr>
          <p:cNvPr id="107" name="txt-1-26"/>
          <p:cNvSpPr txBox="1"/>
          <p:nvPr/>
        </p:nvSpPr>
        <p:spPr>
          <a:xfrm>
            <a:off x="5750560" y="3142361"/>
            <a:ext cx="1126109"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낱말 뜻, 인물 대화, 독후 표현</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우리 반의 질문으로 연결</a:t>
            </a:r>
            <a:endParaRPr lang="en-US" sz="760" dirty="0"/>
          </a:p>
        </p:txBody>
      </p:sp>
      <p:sp>
        <p:nvSpPr>
          <p:cNvPr id="108" name="txt-1-27"/>
          <p:cNvSpPr txBox="1"/>
          <p:nvPr/>
        </p:nvSpPr>
        <p:spPr>
          <a:xfrm>
            <a:off x="1094232" y="3218307"/>
            <a:ext cx="2630043"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24302A"/>
                </a:solidFill>
                <a:latin typeface="Pretendard" pitchFamily="34" charset="0"/>
                <a:ea typeface="Pretendard" pitchFamily="34" charset="-122"/>
                <a:cs typeface="Pretendard" pitchFamily="34" charset="-120"/>
              </a:rPr>
              <a:t>학급 규모 4개 구간 차등, </a:t>
            </a:r>
            <a:pPr algn="l" indent="0" marL="0">
              <a:lnSpc>
                <a:spcPts val="1039"/>
              </a:lnSpc>
              <a:buNone/>
            </a:pPr>
            <a:r>
              <a:rPr lang="ko-KR" altLang="en-US" sz="799" b="1" dirty="0">
                <a:solidFill>
                  <a:srgbClr val="2E7A4E"/>
                </a:solidFill>
                <a:latin typeface="Pretendard" pitchFamily="34" charset="0"/>
                <a:ea typeface="Pretendard" pitchFamily="34" charset="-122"/>
                <a:cs typeface="Pretendard" pitchFamily="34" charset="-120"/>
              </a:rPr>
              <a:t>학교당 연 500만~2,000만 원(안)</a:t>
            </a:r>
            <a:endParaRPr lang="en-US" sz="799" dirty="0"/>
          </a:p>
        </p:txBody>
      </p:sp>
      <p:sp>
        <p:nvSpPr>
          <p:cNvPr id="109" name="txt-1-28"/>
          <p:cNvSpPr txBox="1"/>
          <p:nvPr/>
        </p:nvSpPr>
        <p:spPr>
          <a:xfrm>
            <a:off x="493014" y="3227578"/>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사업비</a:t>
            </a:r>
            <a:endParaRPr lang="en-US" sz="799" dirty="0"/>
          </a:p>
        </p:txBody>
      </p:sp>
      <p:sp>
        <p:nvSpPr>
          <p:cNvPr id="110" name="txt-1-29"/>
          <p:cNvSpPr txBox="1"/>
          <p:nvPr/>
        </p:nvSpPr>
        <p:spPr>
          <a:xfrm>
            <a:off x="452882" y="3646678"/>
            <a:ext cx="14160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3</a:t>
            </a:r>
            <a:endParaRPr lang="en-US" sz="760" dirty="0"/>
          </a:p>
        </p:txBody>
      </p:sp>
      <p:sp>
        <p:nvSpPr>
          <p:cNvPr id="111" name="txt-1-30"/>
          <p:cNvSpPr txBox="1"/>
          <p:nvPr/>
        </p:nvSpPr>
        <p:spPr>
          <a:xfrm>
            <a:off x="634873" y="3618230"/>
            <a:ext cx="879729"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부기 도입 효과</a:t>
            </a:r>
            <a:endParaRPr lang="en-US" sz="1060" dirty="0"/>
          </a:p>
        </p:txBody>
      </p:sp>
      <p:sp>
        <p:nvSpPr>
          <p:cNvPr id="112" name="txt-1-31"/>
          <p:cNvSpPr txBox="1"/>
          <p:nvPr/>
        </p:nvSpPr>
        <p:spPr>
          <a:xfrm>
            <a:off x="507492"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학생</a:t>
            </a:r>
            <a:endParaRPr lang="en-US" sz="889" dirty="0"/>
          </a:p>
        </p:txBody>
      </p:sp>
      <p:sp>
        <p:nvSpPr>
          <p:cNvPr id="113" name="txt-1-32"/>
          <p:cNvSpPr txBox="1"/>
          <p:nvPr/>
        </p:nvSpPr>
        <p:spPr>
          <a:xfrm>
            <a:off x="2789428"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교사</a:t>
            </a:r>
            <a:endParaRPr lang="en-US" sz="889" dirty="0"/>
          </a:p>
        </p:txBody>
      </p:sp>
      <p:sp>
        <p:nvSpPr>
          <p:cNvPr id="114" name="txt-1-33"/>
          <p:cNvSpPr txBox="1"/>
          <p:nvPr/>
        </p:nvSpPr>
        <p:spPr>
          <a:xfrm>
            <a:off x="5071364" y="3885692"/>
            <a:ext cx="72390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학교와 교육청</a:t>
            </a:r>
            <a:endParaRPr lang="en-US" sz="889" dirty="0"/>
          </a:p>
        </p:txBody>
      </p:sp>
      <p:sp>
        <p:nvSpPr>
          <p:cNvPr id="115" name="txt-1-34"/>
          <p:cNvSpPr txBox="1"/>
          <p:nvPr/>
        </p:nvSpPr>
        <p:spPr>
          <a:xfrm>
            <a:off x="593852" y="4113784"/>
            <a:ext cx="2051939"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모르는 낱말을 눌러 뜻을 보며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학년별 50권, 모두</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300권</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을 읽습니다.</a:t>
            </a:r>
            <a:endParaRPr lang="en-US" sz="780" dirty="0"/>
          </a:p>
        </p:txBody>
      </p:sp>
      <p:sp>
        <p:nvSpPr>
          <p:cNvPr id="116" name="txt-1-35"/>
          <p:cNvSpPr txBox="1"/>
          <p:nvPr/>
        </p:nvSpPr>
        <p:spPr>
          <a:xfrm>
            <a:off x="2875788" y="4113784"/>
            <a:ext cx="2047113" cy="471424"/>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학급 고민에 맞는 책과 질문을 고릅니다.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온라인 작성과 인쇄 활동지로</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같은 수업을 운영합니다.</a:t>
            </a:r>
            <a:endParaRPr lang="en-US" sz="780" dirty="0"/>
          </a:p>
        </p:txBody>
      </p:sp>
      <p:sp>
        <p:nvSpPr>
          <p:cNvPr id="117" name="txt-1-36"/>
          <p:cNvSpPr txBox="1"/>
          <p:nvPr/>
        </p:nvSpPr>
        <p:spPr>
          <a:xfrm>
            <a:off x="5157724" y="4113784"/>
            <a:ext cx="1976374"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학교별 완독, 완독률, 어휘력 변화를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월간, 분기,</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종료 3회</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숫자로 보고합니다.</a:t>
            </a:r>
            <a:endParaRPr lang="en-US" sz="780" dirty="0"/>
          </a:p>
        </p:txBody>
      </p:sp>
      <p:sp>
        <p:nvSpPr>
          <p:cNvPr id="118" name="txt-1-37"/>
          <p:cNvSpPr txBox="1"/>
          <p:nvPr/>
        </p:nvSpPr>
        <p:spPr>
          <a:xfrm>
            <a:off x="593852" y="4428109"/>
            <a:ext cx="1937639" cy="471424"/>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다 읽으면 인물이 된 부기가 묻고 까닭을 다시</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묻습니다(</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캐릭터와 대화, 특허 등록</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1~4학년</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200권은 모국어와 한국어로 나란히 읽습니다.</a:t>
            </a:r>
            <a:endParaRPr lang="en-US" sz="780" dirty="0"/>
          </a:p>
        </p:txBody>
      </p:sp>
      <p:sp>
        <p:nvSpPr>
          <p:cNvPr id="119" name="txt-1-38"/>
          <p:cNvSpPr txBox="1"/>
          <p:nvPr/>
        </p:nvSpPr>
        <p:spPr>
          <a:xfrm>
            <a:off x="5157724" y="4428109"/>
            <a:ext cx="2053336" cy="471424"/>
          </a:xfrm>
          <a:prstGeom prst="rect">
            <a:avLst/>
          </a:prstGeom>
          <a:noFill/>
          <a:ln/>
        </p:spPr>
        <p:txBody>
          <a:bodyPr wrap="square" lIns="0" tIns="0" rIns="0" bIns="0" rtlCol="0" anchor="t"/>
          <a:lstStyle/>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교육부 「학교 독서교육 활성화 방안」의 책 읽는</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학교 문화, 초3~4 독서교육 집중 학년, 독서 연계</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교과 수업에 씁니다.</a:t>
            </a:r>
            <a:endParaRPr lang="en-US" sz="780" dirty="0"/>
          </a:p>
        </p:txBody>
      </p:sp>
      <p:sp>
        <p:nvSpPr>
          <p:cNvPr id="120" name="txt-1-39"/>
          <p:cNvSpPr txBox="1"/>
          <p:nvPr/>
        </p:nvSpPr>
        <p:spPr>
          <a:xfrm>
            <a:off x="2875788" y="4570984"/>
            <a:ext cx="1842135" cy="328676"/>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독후활동 40종</a:t>
            </a:r>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을 골라 내주고, 어휘력 진단</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결과로 학생마다 3개 수준의 책을 권합니다.</a:t>
            </a:r>
            <a:endParaRPr lang="en-US" sz="780" dirty="0"/>
          </a:p>
        </p:txBody>
      </p:sp>
      <p:sp>
        <p:nvSpPr>
          <p:cNvPr id="121" name="txt-1-40"/>
          <p:cNvSpPr txBox="1"/>
          <p:nvPr/>
        </p:nvSpPr>
        <p:spPr>
          <a:xfrm>
            <a:off x="451993" y="5094224"/>
            <a:ext cx="14338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4</a:t>
            </a:r>
            <a:endParaRPr lang="en-US" sz="760" dirty="0"/>
          </a:p>
        </p:txBody>
      </p:sp>
      <p:sp>
        <p:nvSpPr>
          <p:cNvPr id="122" name="txt-1-41"/>
          <p:cNvSpPr txBox="1"/>
          <p:nvPr/>
        </p:nvSpPr>
        <p:spPr>
          <a:xfrm>
            <a:off x="2099310" y="5094224"/>
            <a:ext cx="1880616" cy="163068"/>
          </a:xfrm>
          <a:prstGeom prst="rect">
            <a:avLst/>
          </a:prstGeom>
          <a:noFill/>
          <a:ln/>
        </p:spPr>
        <p:txBody>
          <a:bodyPr wrap="square" lIns="0" tIns="0" rIns="0" bIns="0" rtlCol="0" anchor="t"/>
          <a:lstStyle/>
          <a:p>
            <a:pPr algn="l" indent="0" marL="0">
              <a:lnSpc>
                <a:spcPts val="988"/>
              </a:lnSpc>
              <a:buNone/>
            </a:pPr>
            <a:r>
              <a:rPr lang="ko-KR" altLang="en-US" sz="760" spc="-6" kern="0" dirty="0">
                <a:solidFill>
                  <a:srgbClr val="7B847D"/>
                </a:solidFill>
                <a:latin typeface="Pretendard Medium" pitchFamily="34" charset="0"/>
                <a:ea typeface="Pretendard Medium" pitchFamily="34" charset="-122"/>
                <a:cs typeface="Pretendard Medium" pitchFamily="34" charset="-120"/>
              </a:rPr>
              <a:t>2026. 9. 20.~10. 21., 온오프라인 운영 종합</a:t>
            </a:r>
            <a:endParaRPr lang="en-US" sz="760" dirty="0"/>
          </a:p>
        </p:txBody>
      </p:sp>
      <p:sp>
        <p:nvSpPr>
          <p:cNvPr id="123" name="txt-1-42"/>
          <p:cNvSpPr txBox="1"/>
          <p:nvPr/>
        </p:nvSpPr>
        <p:spPr>
          <a:xfrm>
            <a:off x="634873" y="5065776"/>
            <a:ext cx="156006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선도교사단 한 달 운영 결과</a:t>
            </a:r>
            <a:endParaRPr lang="en-US" sz="1060" dirty="0"/>
          </a:p>
        </p:txBody>
      </p:sp>
      <p:sp>
        <p:nvSpPr>
          <p:cNvPr id="124" name="txt-1-43"/>
          <p:cNvSpPr txBox="1"/>
          <p:nvPr/>
        </p:nvSpPr>
        <p:spPr>
          <a:xfrm>
            <a:off x="483743" y="5323713"/>
            <a:ext cx="522478" cy="332486"/>
          </a:xfrm>
          <a:prstGeom prst="rect">
            <a:avLst/>
          </a:prstGeom>
          <a:noFill/>
          <a:ln/>
        </p:spPr>
        <p:txBody>
          <a:bodyPr wrap="square" lIns="0" tIns="0" rIns="0" bIns="0" rtlCol="0" anchor="t"/>
          <a:lstStyle/>
          <a:p>
            <a:pPr algn="l" indent="0" marL="0">
              <a:lnSpc>
                <a:spcPts val="2014"/>
              </a:lnSpc>
              <a:buNone/>
            </a:pPr>
            <a:r>
              <a:rPr lang="ko-KR" altLang="en-US" sz="1549" dirty="0">
                <a:solidFill>
                  <a:srgbClr val="1D3A2A"/>
                </a:solidFill>
                <a:latin typeface="Pretendard ExtraBold" pitchFamily="34" charset="0"/>
                <a:ea typeface="Pretendard ExtraBold" pitchFamily="34" charset="-122"/>
                <a:cs typeface="Pretendard ExtraBold" pitchFamily="34" charset="-120"/>
              </a:rPr>
              <a:t>72</a:t>
            </a:r>
            <a:pPr algn="l" indent="0" marL="0">
              <a:lnSpc>
                <a:spcPts val="2014"/>
              </a:lnSpc>
              <a:buNone/>
            </a:pPr>
            <a:r>
              <a:rPr lang="ko-KR" altLang="en-US" sz="840" b="1" dirty="0">
                <a:solidFill>
                  <a:srgbClr val="1D3A2A"/>
                </a:solidFill>
                <a:latin typeface="Pretendard" pitchFamily="34" charset="0"/>
                <a:ea typeface="Pretendard" pitchFamily="34" charset="-122"/>
                <a:cs typeface="Pretendard" pitchFamily="34" charset="-120"/>
              </a:rPr>
              <a:t>학급</a:t>
            </a:r>
            <a:endParaRPr lang="en-US" sz="1549" dirty="0"/>
          </a:p>
        </p:txBody>
      </p:sp>
      <p:sp>
        <p:nvSpPr>
          <p:cNvPr id="125" name="txt-1-44"/>
          <p:cNvSpPr txBox="1"/>
          <p:nvPr/>
        </p:nvSpPr>
        <p:spPr>
          <a:xfrm>
            <a:off x="1677416" y="5323713"/>
            <a:ext cx="671830" cy="332486"/>
          </a:xfrm>
          <a:prstGeom prst="rect">
            <a:avLst/>
          </a:prstGeom>
          <a:noFill/>
          <a:ln/>
        </p:spPr>
        <p:txBody>
          <a:bodyPr wrap="square" lIns="0" tIns="0" rIns="0" bIns="0" rtlCol="0" anchor="t"/>
          <a:lstStyle/>
          <a:p>
            <a:pPr algn="l" indent="0" marL="0">
              <a:lnSpc>
                <a:spcPts val="2014"/>
              </a:lnSpc>
              <a:buNone/>
            </a:pPr>
            <a:r>
              <a:rPr lang="ko-KR" altLang="en-US" sz="1549" spc="-52" kern="0" dirty="0">
                <a:solidFill>
                  <a:srgbClr val="1D3A2A"/>
                </a:solidFill>
                <a:latin typeface="Pretendard ExtraBold" pitchFamily="34" charset="0"/>
                <a:ea typeface="Pretendard ExtraBold" pitchFamily="34" charset="-122"/>
                <a:cs typeface="Pretendard ExtraBold" pitchFamily="34" charset="-120"/>
              </a:rPr>
              <a:t>1,196</a:t>
            </a:r>
            <a:pPr algn="l" indent="0" marL="0">
              <a:lnSpc>
                <a:spcPts val="2014"/>
              </a:lnSpc>
              <a:buNone/>
            </a:pPr>
            <a:r>
              <a:rPr lang="ko-KR" altLang="en-US" sz="840" b="1" spc="-52" kern="0" dirty="0">
                <a:solidFill>
                  <a:srgbClr val="1D3A2A"/>
                </a:solidFill>
                <a:latin typeface="Pretendard" pitchFamily="34" charset="0"/>
                <a:ea typeface="Pretendard" pitchFamily="34" charset="-122"/>
                <a:cs typeface="Pretendard" pitchFamily="34" charset="-120"/>
              </a:rPr>
              <a:t>명</a:t>
            </a:r>
            <a:endParaRPr lang="en-US" sz="1549" dirty="0"/>
          </a:p>
        </p:txBody>
      </p:sp>
      <p:sp>
        <p:nvSpPr>
          <p:cNvPr id="126" name="txt-1-45"/>
          <p:cNvSpPr txBox="1"/>
          <p:nvPr/>
        </p:nvSpPr>
        <p:spPr>
          <a:xfrm>
            <a:off x="2997581" y="5323713"/>
            <a:ext cx="878459"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C08A1E"/>
                </a:solidFill>
                <a:latin typeface="Pretendard ExtraBold" pitchFamily="34" charset="0"/>
                <a:ea typeface="Pretendard ExtraBold" pitchFamily="34" charset="-122"/>
                <a:cs typeface="Pretendard ExtraBold" pitchFamily="34" charset="-120"/>
              </a:rPr>
              <a:t>26,924</a:t>
            </a:r>
            <a:pPr algn="l" indent="0" marL="0">
              <a:lnSpc>
                <a:spcPts val="2014"/>
              </a:lnSpc>
              <a:buNone/>
            </a:pPr>
            <a:r>
              <a:rPr lang="ko-KR" altLang="en-US" sz="840" b="1" spc="-32" kern="0" dirty="0">
                <a:solidFill>
                  <a:srgbClr val="C08A1E"/>
                </a:solidFill>
                <a:latin typeface="Pretendard" pitchFamily="34" charset="0"/>
                <a:ea typeface="Pretendard" pitchFamily="34" charset="-122"/>
                <a:cs typeface="Pretendard" pitchFamily="34" charset="-120"/>
              </a:rPr>
              <a:t>권</a:t>
            </a:r>
            <a:endParaRPr lang="en-US" sz="1549" dirty="0"/>
          </a:p>
        </p:txBody>
      </p:sp>
      <p:sp>
        <p:nvSpPr>
          <p:cNvPr id="127" name="txt-1-46"/>
          <p:cNvSpPr txBox="1"/>
          <p:nvPr/>
        </p:nvSpPr>
        <p:spPr>
          <a:xfrm>
            <a:off x="4443984" y="5323713"/>
            <a:ext cx="684530" cy="332486"/>
          </a:xfrm>
          <a:prstGeom prst="rect">
            <a:avLst/>
          </a:prstGeom>
          <a:noFill/>
          <a:ln/>
        </p:spPr>
        <p:txBody>
          <a:bodyPr wrap="square" lIns="0" tIns="0" rIns="0" bIns="0" rtlCol="0" anchor="t"/>
          <a:lstStyle/>
          <a:p>
            <a:pPr algn="l" indent="0" marL="0">
              <a:lnSpc>
                <a:spcPts val="2014"/>
              </a:lnSpc>
              <a:buNone/>
            </a:pPr>
            <a:r>
              <a:rPr lang="ko-KR" altLang="en-US" sz="1549" spc="-36" kern="0" dirty="0">
                <a:solidFill>
                  <a:srgbClr val="1D3A2A"/>
                </a:solidFill>
                <a:latin typeface="Pretendard ExtraBold" pitchFamily="34" charset="0"/>
                <a:ea typeface="Pretendard ExtraBold" pitchFamily="34" charset="-122"/>
                <a:cs typeface="Pretendard ExtraBold" pitchFamily="34" charset="-120"/>
              </a:rPr>
              <a:t>1,816</a:t>
            </a:r>
            <a:pPr algn="l" indent="0" marL="0">
              <a:lnSpc>
                <a:spcPts val="2014"/>
              </a:lnSpc>
              <a:buNone/>
            </a:pPr>
            <a:r>
              <a:rPr lang="ko-KR" altLang="en-US" sz="840" b="1" spc="-36" kern="0" dirty="0">
                <a:solidFill>
                  <a:srgbClr val="1D3A2A"/>
                </a:solidFill>
                <a:latin typeface="Pretendard" pitchFamily="34" charset="0"/>
                <a:ea typeface="Pretendard" pitchFamily="34" charset="-122"/>
                <a:cs typeface="Pretendard" pitchFamily="34" charset="-120"/>
              </a:rPr>
              <a:t>건</a:t>
            </a:r>
            <a:endParaRPr lang="en-US" sz="1549" dirty="0"/>
          </a:p>
        </p:txBody>
      </p:sp>
      <p:sp>
        <p:nvSpPr>
          <p:cNvPr id="128" name="txt-1-47"/>
          <p:cNvSpPr txBox="1"/>
          <p:nvPr/>
        </p:nvSpPr>
        <p:spPr>
          <a:xfrm>
            <a:off x="483743" y="5570855"/>
            <a:ext cx="5181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온오프라인</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운영</a:t>
            </a:r>
            <a:endParaRPr lang="en-US" sz="760" dirty="0"/>
          </a:p>
        </p:txBody>
      </p:sp>
      <p:sp>
        <p:nvSpPr>
          <p:cNvPr id="129" name="txt-1-48"/>
          <p:cNvSpPr txBox="1"/>
          <p:nvPr/>
        </p:nvSpPr>
        <p:spPr>
          <a:xfrm>
            <a:off x="1677416" y="5570855"/>
            <a:ext cx="6578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한 달 동안</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실제로 쓴 학생</a:t>
            </a:r>
            <a:endParaRPr lang="en-US" sz="760" dirty="0"/>
          </a:p>
        </p:txBody>
      </p:sp>
      <p:sp>
        <p:nvSpPr>
          <p:cNvPr id="130" name="txt-1-49"/>
          <p:cNvSpPr txBox="1"/>
          <p:nvPr/>
        </p:nvSpPr>
        <p:spPr>
          <a:xfrm>
            <a:off x="2997581" y="5570855"/>
            <a:ext cx="61747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완독 기록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1인당 22.5권</a:t>
            </a:r>
            <a:endParaRPr lang="en-US" sz="760" dirty="0"/>
          </a:p>
        </p:txBody>
      </p:sp>
      <p:sp>
        <p:nvSpPr>
          <p:cNvPr id="131" name="txt-1-50"/>
          <p:cNvSpPr txBox="1"/>
          <p:nvPr/>
        </p:nvSpPr>
        <p:spPr>
          <a:xfrm>
            <a:off x="4443984" y="5570855"/>
            <a:ext cx="429768"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독후활동</a:t>
            </a:r>
            <a:endParaRPr lang="en-US" sz="760" dirty="0"/>
          </a:p>
        </p:txBody>
      </p:sp>
      <p:sp>
        <p:nvSpPr>
          <p:cNvPr id="132" name="txt-1-51"/>
          <p:cNvSpPr txBox="1"/>
          <p:nvPr/>
        </p:nvSpPr>
        <p:spPr>
          <a:xfrm>
            <a:off x="533781" y="5990336"/>
            <a:ext cx="5020691" cy="350520"/>
          </a:xfrm>
          <a:prstGeom prst="rect">
            <a:avLst/>
          </a:prstGeom>
          <a:noFill/>
          <a:ln/>
        </p:spPr>
        <p:txBody>
          <a:bodyPr wrap="square" lIns="0" tIns="0" rIns="0" bIns="0" rtlCol="0" anchor="t"/>
          <a:lstStyle/>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“…부기를 활용하니 책을 더 많이 읽게 된 것 같아요. 또 캐릭터 꾸미기를 아이들이 너무 좋아하여 쉬는 시간에도 계속 읽고</a:t>
            </a:r>
            <a:endParaRPr lang="en-US" sz="790" dirty="0"/>
          </a:p>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있네요.”</a:t>
            </a:r>
            <a:pPr algn="l" indent="0" marL="0">
              <a:lnSpc>
                <a:spcPts val="1200"/>
              </a:lnSpc>
              <a:buNone/>
            </a:pPr>
            <a:r>
              <a:rPr lang="ko-KR" altLang="en-US" sz="730" spc="-2" kern="0" dirty="0">
                <a:solidFill>
                  <a:srgbClr val="7B847D"/>
                </a:solidFill>
                <a:latin typeface="Pretendard" pitchFamily="34" charset="0"/>
                <a:ea typeface="Pretendard" pitchFamily="34" charset="-122"/>
                <a:cs typeface="Pretendard" pitchFamily="34" charset="-120"/>
              </a:rPr>
              <a:t>  석산초 4학년 김○○ 교사</a:t>
            </a:r>
            <a:endParaRPr lang="en-US" sz="790" dirty="0"/>
          </a:p>
        </p:txBody>
      </p:sp>
      <p:sp>
        <p:nvSpPr>
          <p:cNvPr id="133" name="txt-1-52"/>
          <p:cNvSpPr txBox="1"/>
          <p:nvPr/>
        </p:nvSpPr>
        <p:spPr>
          <a:xfrm>
            <a:off x="5652135" y="6380861"/>
            <a:ext cx="1241806" cy="137414"/>
          </a:xfrm>
          <a:prstGeom prst="rect">
            <a:avLst/>
          </a:prstGeom>
          <a:noFill/>
          <a:ln/>
        </p:spPr>
        <p:txBody>
          <a:bodyPr wrap="square" lIns="0" tIns="0" rIns="0" bIns="0" rtlCol="0" anchor="t"/>
          <a:lstStyle/>
          <a:p>
            <a:pPr algn="l" indent="0" marL="0">
              <a:lnSpc>
                <a:spcPts val="832"/>
              </a:lnSpc>
              <a:buNone/>
            </a:pPr>
            <a:r>
              <a:rPr lang="ko-KR" altLang="en-US" sz="640" spc="2" kern="0" dirty="0">
                <a:solidFill>
                  <a:srgbClr val="FFFFFF"/>
                </a:solidFill>
                <a:latin typeface="Pretendard" pitchFamily="34" charset="0"/>
                <a:ea typeface="Pretendard" pitchFamily="34" charset="-122"/>
                <a:cs typeface="Pretendard" pitchFamily="34" charset="-120"/>
              </a:rPr>
              <a:t>석산초 6학년 부기 수업(얼굴 가림)</a:t>
            </a:r>
            <a:endParaRPr lang="en-US" sz="640" dirty="0"/>
          </a:p>
        </p:txBody>
      </p:sp>
      <p:sp>
        <p:nvSpPr>
          <p:cNvPr id="134" name="txt-1-53"/>
          <p:cNvSpPr txBox="1"/>
          <p:nvPr/>
        </p:nvSpPr>
        <p:spPr>
          <a:xfrm>
            <a:off x="397256" y="6380099"/>
            <a:ext cx="4460748" cy="167386"/>
          </a:xfrm>
          <a:prstGeom prst="rect">
            <a:avLst/>
          </a:prstGeom>
          <a:noFill/>
          <a:ln/>
        </p:spPr>
        <p:txBody>
          <a:bodyPr wrap="square" lIns="0" tIns="0" rIns="0" bIns="0" rtlCol="0" anchor="t"/>
          <a:lstStyle/>
          <a:p>
            <a:pPr algn="l" indent="0" marL="0">
              <a:lnSpc>
                <a:spcPts val="1014"/>
              </a:lnSpc>
              <a:buNone/>
            </a:pPr>
            <a:r>
              <a:rPr lang="ko-KR" altLang="en-US" sz="780" spc="-1" kern="0" dirty="0">
                <a:solidFill>
                  <a:srgbClr val="4C574F"/>
                </a:solidFill>
                <a:latin typeface="Pretendard" pitchFamily="34" charset="0"/>
                <a:ea typeface="Pretendard" pitchFamily="34" charset="-122"/>
                <a:cs typeface="Pretendard" pitchFamily="34" charset="-120"/>
              </a:rPr>
              <a:t>22개 학교 교사 33명이 스스로 신청해 선도교사단을 꾸렸고, </a:t>
            </a:r>
            <a:pPr algn="l" indent="0" marL="0">
              <a:lnSpc>
                <a:spcPts val="1014"/>
              </a:lnSpc>
              <a:buNone/>
            </a:pPr>
            <a:r>
              <a:rPr lang="ko-KR" altLang="en-US" sz="780" b="1" spc="-1" kern="0" dirty="0">
                <a:solidFill>
                  <a:srgbClr val="1D3A2A"/>
                </a:solidFill>
                <a:latin typeface="Pretendard" pitchFamily="34" charset="0"/>
                <a:ea typeface="Pretendard" pitchFamily="34" charset="-122"/>
                <a:cs typeface="Pretendard" pitchFamily="34" charset="-120"/>
              </a:rPr>
              <a:t>12월에 선도교사단을 300개 학교로 넓힙니다.</a:t>
            </a:r>
            <a:endParaRPr lang="en-US" sz="780" dirty="0"/>
          </a:p>
        </p:txBody>
      </p:sp>
      <p:sp>
        <p:nvSpPr>
          <p:cNvPr id="135" name="txt-1-54"/>
          <p:cNvSpPr txBox="1"/>
          <p:nvPr/>
        </p:nvSpPr>
        <p:spPr>
          <a:xfrm>
            <a:off x="453517" y="6665849"/>
            <a:ext cx="14033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5</a:t>
            </a:r>
            <a:endParaRPr lang="en-US" sz="760" dirty="0"/>
          </a:p>
        </p:txBody>
      </p:sp>
      <p:sp>
        <p:nvSpPr>
          <p:cNvPr id="136" name="txt-1-55"/>
          <p:cNvSpPr txBox="1"/>
          <p:nvPr/>
        </p:nvSpPr>
        <p:spPr>
          <a:xfrm>
            <a:off x="1806448" y="6665849"/>
            <a:ext cx="4648962" cy="163068"/>
          </a:xfrm>
          <a:prstGeom prst="rect">
            <a:avLst/>
          </a:prstGeom>
          <a:noFill/>
          <a:ln/>
        </p:spPr>
        <p:txBody>
          <a:bodyPr wrap="square" lIns="0" tIns="0" rIns="0" bIns="0" rtlCol="0" anchor="t"/>
          <a:lstStyle/>
          <a:p>
            <a:pPr algn="l" indent="0" marL="0">
              <a:lnSpc>
                <a:spcPts val="988"/>
              </a:lnSpc>
              <a:buNone/>
            </a:pPr>
            <a:r>
              <a:rPr lang="ko-KR" altLang="en-US" sz="760" spc="-5" kern="0" dirty="0">
                <a:solidFill>
                  <a:srgbClr val="7B847D"/>
                </a:solidFill>
                <a:latin typeface="Pretendard Medium" pitchFamily="34" charset="0"/>
                <a:ea typeface="Pretendard Medium" pitchFamily="34" charset="-122"/>
                <a:cs typeface="Pretendard Medium" pitchFamily="34" charset="-120"/>
              </a:rPr>
              <a:t>개발 기간 없이 계약 직후 시작, 전담 조직 9명(총괄 PM 1, 수업과 콘텐츠 2, 기술 운영 2, 현장 지원 3, 헬프데스크 1)</a:t>
            </a:r>
            <a:endParaRPr lang="en-US" sz="760" dirty="0"/>
          </a:p>
        </p:txBody>
      </p:sp>
      <p:sp>
        <p:nvSpPr>
          <p:cNvPr id="137" name="txt-1-56"/>
          <p:cNvSpPr txBox="1"/>
          <p:nvPr/>
        </p:nvSpPr>
        <p:spPr>
          <a:xfrm>
            <a:off x="634873" y="6637147"/>
            <a:ext cx="1249680"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추진 일정과 운영지원</a:t>
            </a:r>
            <a:endParaRPr lang="en-US" sz="1060" dirty="0"/>
          </a:p>
        </p:txBody>
      </p:sp>
      <p:sp>
        <p:nvSpPr>
          <p:cNvPr id="138" name="txt-1-57"/>
          <p:cNvSpPr txBox="1"/>
          <p:nvPr/>
        </p:nvSpPr>
        <p:spPr>
          <a:xfrm>
            <a:off x="496824" y="6923151"/>
            <a:ext cx="669544"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1 착수와 준비</a:t>
            </a:r>
            <a:endParaRPr lang="en-US" sz="840" dirty="0"/>
          </a:p>
        </p:txBody>
      </p:sp>
      <p:sp>
        <p:nvSpPr>
          <p:cNvPr id="139" name="txt-1-58"/>
          <p:cNvSpPr txBox="1"/>
          <p:nvPr/>
        </p:nvSpPr>
        <p:spPr>
          <a:xfrm>
            <a:off x="2208149" y="6923151"/>
            <a:ext cx="685292"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2 배포와 연수</a:t>
            </a:r>
            <a:endParaRPr lang="en-US" sz="840" dirty="0"/>
          </a:p>
        </p:txBody>
      </p:sp>
      <p:sp>
        <p:nvSpPr>
          <p:cNvPr id="140" name="txt-1-59"/>
          <p:cNvSpPr txBox="1"/>
          <p:nvPr/>
        </p:nvSpPr>
        <p:spPr>
          <a:xfrm>
            <a:off x="3919728" y="6923151"/>
            <a:ext cx="688467"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3 운영과 지원</a:t>
            </a:r>
            <a:endParaRPr lang="en-US" sz="840" dirty="0"/>
          </a:p>
        </p:txBody>
      </p:sp>
      <p:sp>
        <p:nvSpPr>
          <p:cNvPr id="141" name="txt-1-60"/>
          <p:cNvSpPr txBox="1"/>
          <p:nvPr/>
        </p:nvSpPr>
        <p:spPr>
          <a:xfrm>
            <a:off x="5631053" y="6923151"/>
            <a:ext cx="690880"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4 성과와 환류</a:t>
            </a:r>
            <a:endParaRPr lang="en-US" sz="840" dirty="0"/>
          </a:p>
        </p:txBody>
      </p:sp>
      <p:sp>
        <p:nvSpPr>
          <p:cNvPr id="142" name="txt-1-61"/>
          <p:cNvSpPr txBox="1"/>
          <p:nvPr/>
        </p:nvSpPr>
        <p:spPr>
          <a:xfrm>
            <a:off x="496824" y="7047103"/>
            <a:ext cx="1476248"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계약~D+30</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참여 학교 선정, 학급코드 발급 설계,</a:t>
            </a:r>
            <a:endParaRPr lang="en-US" sz="700" dirty="0"/>
          </a:p>
        </p:txBody>
      </p:sp>
      <p:sp>
        <p:nvSpPr>
          <p:cNvPr id="143" name="txt-1-62"/>
          <p:cNvSpPr txBox="1"/>
          <p:nvPr/>
        </p:nvSpPr>
        <p:spPr>
          <a:xfrm>
            <a:off x="2208149" y="7047103"/>
            <a:ext cx="144221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D+31~D+75</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찾아가는 교원 연수 15시간, 학교별</a:t>
            </a:r>
            <a:endParaRPr lang="en-US" sz="700" dirty="0"/>
          </a:p>
        </p:txBody>
      </p:sp>
      <p:sp>
        <p:nvSpPr>
          <p:cNvPr id="144" name="txt-1-63"/>
          <p:cNvSpPr txBox="1"/>
          <p:nvPr/>
        </p:nvSpPr>
        <p:spPr>
          <a:xfrm>
            <a:off x="3919728" y="7047103"/>
            <a:ext cx="156286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D+76~종료 1개월 전</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월간 이용 현황 점검, 미활용 학급 선제</a:t>
            </a:r>
            <a:endParaRPr lang="en-US" sz="700" dirty="0"/>
          </a:p>
        </p:txBody>
      </p:sp>
      <p:sp>
        <p:nvSpPr>
          <p:cNvPr id="145" name="txt-1-64"/>
          <p:cNvSpPr txBox="1"/>
          <p:nvPr/>
        </p:nvSpPr>
        <p:spPr>
          <a:xfrm>
            <a:off x="5631053" y="7047103"/>
            <a:ext cx="1450213" cy="328676"/>
          </a:xfrm>
          <a:prstGeom prst="rect">
            <a:avLst/>
          </a:prstGeom>
          <a:noFill/>
          <a:ln/>
        </p:spPr>
        <p:txBody>
          <a:bodyPr wrap="square" lIns="0" tIns="0" rIns="0" bIns="0" rtlCol="0" anchor="t"/>
          <a:lstStyle/>
          <a:p>
            <a:pPr algn="l" indent="0" marL="0">
              <a:lnSpc>
                <a:spcPts val="1125"/>
              </a:lnSpc>
              <a:buNone/>
            </a:pPr>
            <a:r>
              <a:rPr lang="ko-KR" altLang="en-US" sz="700" spc="4" kern="0" dirty="0">
                <a:solidFill>
                  <a:srgbClr val="C08A1E"/>
                </a:solidFill>
                <a:latin typeface="Pretendard SemiBold" pitchFamily="34" charset="0"/>
                <a:ea typeface="Pretendard SemiBold" pitchFamily="34" charset="-122"/>
                <a:cs typeface="Pretendard SemiBold" pitchFamily="34" charset="-120"/>
              </a:rPr>
              <a:t>종료 1개월 전~종료</a:t>
            </a:r>
            <a:endParaRPr lang="en-US" sz="700" dirty="0"/>
          </a:p>
          <a:p>
            <a:pPr algn="l" indent="0" marL="0">
              <a:lnSpc>
                <a:spcPts val="1125"/>
              </a:lnSpc>
              <a:buNone/>
            </a:pPr>
            <a:r>
              <a:rPr lang="ko-KR" altLang="en-US" sz="750" spc="4" kern="0" dirty="0">
                <a:solidFill>
                  <a:srgbClr val="4C574F"/>
                </a:solidFill>
                <a:latin typeface="Pretendard" pitchFamily="34" charset="0"/>
                <a:ea typeface="Pretendard" pitchFamily="34" charset="-122"/>
                <a:cs typeface="Pretendard" pitchFamily="34" charset="-120"/>
              </a:rPr>
              <a:t>성장 분석 보고, 학생과 교사 만족도</a:t>
            </a:r>
            <a:endParaRPr lang="en-US" sz="700" dirty="0"/>
          </a:p>
        </p:txBody>
      </p:sp>
      <p:sp>
        <p:nvSpPr>
          <p:cNvPr id="146" name="txt-1-65"/>
          <p:cNvSpPr txBox="1"/>
          <p:nvPr/>
        </p:nvSpPr>
        <p:spPr>
          <a:xfrm>
            <a:off x="496824" y="7332472"/>
            <a:ext cx="824738"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개인정보 보호 협의</a:t>
            </a:r>
            <a:endParaRPr lang="en-US" sz="750" dirty="0"/>
          </a:p>
        </p:txBody>
      </p:sp>
      <p:sp>
        <p:nvSpPr>
          <p:cNvPr id="147" name="txt-1-66"/>
          <p:cNvSpPr txBox="1"/>
          <p:nvPr/>
        </p:nvSpPr>
        <p:spPr>
          <a:xfrm>
            <a:off x="2208149" y="7332472"/>
            <a:ext cx="1025144"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온보딩, 헬프데스크 개설</a:t>
            </a:r>
            <a:endParaRPr lang="en-US" sz="750" dirty="0"/>
          </a:p>
        </p:txBody>
      </p:sp>
      <p:sp>
        <p:nvSpPr>
          <p:cNvPr id="148" name="txt-1-67"/>
          <p:cNvSpPr txBox="1"/>
          <p:nvPr/>
        </p:nvSpPr>
        <p:spPr>
          <a:xfrm>
            <a:off x="3919728" y="7332472"/>
            <a:ext cx="876046"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지원, 우수 사례 발굴</a:t>
            </a:r>
            <a:endParaRPr lang="en-US" sz="750" dirty="0"/>
          </a:p>
        </p:txBody>
      </p:sp>
      <p:sp>
        <p:nvSpPr>
          <p:cNvPr id="149" name="txt-1-68"/>
          <p:cNvSpPr txBox="1"/>
          <p:nvPr/>
        </p:nvSpPr>
        <p:spPr>
          <a:xfrm>
            <a:off x="5631053" y="7332472"/>
            <a:ext cx="676275"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조사, 결과 보고</a:t>
            </a:r>
            <a:endParaRPr lang="en-US" sz="750" dirty="0"/>
          </a:p>
        </p:txBody>
      </p:sp>
      <p:sp>
        <p:nvSpPr>
          <p:cNvPr id="150" name="txt-1-69"/>
          <p:cNvSpPr txBox="1"/>
          <p:nvPr/>
        </p:nvSpPr>
        <p:spPr>
          <a:xfrm>
            <a:off x="452628" y="7684770"/>
            <a:ext cx="14198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6</a:t>
            </a:r>
            <a:endParaRPr lang="en-US" sz="760" dirty="0"/>
          </a:p>
        </p:txBody>
      </p:sp>
      <p:sp>
        <p:nvSpPr>
          <p:cNvPr id="151" name="txt-1-70"/>
          <p:cNvSpPr txBox="1"/>
          <p:nvPr/>
        </p:nvSpPr>
        <p:spPr>
          <a:xfrm>
            <a:off x="2888234" y="7684770"/>
            <a:ext cx="135001"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7</a:t>
            </a:r>
            <a:endParaRPr lang="en-US" sz="760" dirty="0"/>
          </a:p>
        </p:txBody>
      </p:sp>
      <p:sp>
        <p:nvSpPr>
          <p:cNvPr id="152" name="txt-1-71"/>
          <p:cNvSpPr txBox="1"/>
          <p:nvPr/>
        </p:nvSpPr>
        <p:spPr>
          <a:xfrm>
            <a:off x="5105908" y="7684770"/>
            <a:ext cx="14211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8</a:t>
            </a:r>
            <a:endParaRPr lang="en-US" sz="760" dirty="0"/>
          </a:p>
        </p:txBody>
      </p:sp>
      <p:sp>
        <p:nvSpPr>
          <p:cNvPr id="153" name="txt-1-72"/>
          <p:cNvSpPr txBox="1"/>
          <p:nvPr/>
        </p:nvSpPr>
        <p:spPr>
          <a:xfrm>
            <a:off x="634873" y="7656195"/>
            <a:ext cx="118719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1년차 성과 목표(안)</a:t>
            </a:r>
            <a:endParaRPr lang="en-US" sz="1060" dirty="0"/>
          </a:p>
        </p:txBody>
      </p:sp>
      <p:sp>
        <p:nvSpPr>
          <p:cNvPr id="154" name="txt-1-73"/>
          <p:cNvSpPr txBox="1"/>
          <p:nvPr/>
        </p:nvSpPr>
        <p:spPr>
          <a:xfrm>
            <a:off x="3067177" y="7656195"/>
            <a:ext cx="129768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연간 사업비(안)</a:t>
            </a:r>
            <a:pPr algn="l" indent="0" marL="0">
              <a:lnSpc>
                <a:spcPts val="1378"/>
              </a:lnSpc>
              <a:buNone/>
            </a:pPr>
            <a:r>
              <a:rPr lang="ko-KR" altLang="en-US" sz="760" dirty="0">
                <a:solidFill>
                  <a:srgbClr val="7B847D"/>
                </a:solidFill>
                <a:latin typeface="Pretendard Medium" pitchFamily="34" charset="0"/>
                <a:ea typeface="Pretendard Medium" pitchFamily="34" charset="-122"/>
                <a:cs typeface="Pretendard Medium" pitchFamily="34" charset="-120"/>
              </a:rPr>
              <a:t>   학교당</a:t>
            </a:r>
            <a:endParaRPr lang="en-US" sz="1060" dirty="0"/>
          </a:p>
        </p:txBody>
      </p:sp>
      <p:sp>
        <p:nvSpPr>
          <p:cNvPr id="155" name="txt-1-74"/>
          <p:cNvSpPr txBox="1"/>
          <p:nvPr/>
        </p:nvSpPr>
        <p:spPr>
          <a:xfrm>
            <a:off x="5288153" y="7656195"/>
            <a:ext cx="1168654"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수행 기관 MSECM</a:t>
            </a:r>
            <a:endParaRPr lang="en-US" sz="1060" dirty="0"/>
          </a:p>
        </p:txBody>
      </p:sp>
      <p:sp>
        <p:nvSpPr>
          <p:cNvPr id="156" name="txt-1-75"/>
          <p:cNvSpPr txBox="1"/>
          <p:nvPr/>
        </p:nvSpPr>
        <p:spPr>
          <a:xfrm>
            <a:off x="471551"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증가</a:t>
            </a:r>
            <a:endParaRPr lang="en-US" sz="960" dirty="0"/>
          </a:p>
        </p:txBody>
      </p:sp>
      <p:sp>
        <p:nvSpPr>
          <p:cNvPr id="157" name="txt-1-76"/>
          <p:cNvSpPr txBox="1"/>
          <p:nvPr/>
        </p:nvSpPr>
        <p:spPr>
          <a:xfrm>
            <a:off x="1261999" y="7933182"/>
            <a:ext cx="618871"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5%p 상승</a:t>
            </a:r>
            <a:endParaRPr lang="en-US" sz="960" dirty="0"/>
          </a:p>
        </p:txBody>
      </p:sp>
      <p:sp>
        <p:nvSpPr>
          <p:cNvPr id="158" name="txt-1-77"/>
          <p:cNvSpPr txBox="1"/>
          <p:nvPr/>
        </p:nvSpPr>
        <p:spPr>
          <a:xfrm>
            <a:off x="2052320"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감소</a:t>
            </a:r>
            <a:endParaRPr lang="en-US" sz="960" dirty="0"/>
          </a:p>
        </p:txBody>
      </p:sp>
      <p:sp>
        <p:nvSpPr>
          <p:cNvPr id="159" name="txt-1-78"/>
          <p:cNvSpPr txBox="1"/>
          <p:nvPr/>
        </p:nvSpPr>
        <p:spPr>
          <a:xfrm>
            <a:off x="5132070" y="7913370"/>
            <a:ext cx="408051" cy="225425"/>
          </a:xfrm>
          <a:prstGeom prst="rect">
            <a:avLst/>
          </a:prstGeom>
          <a:noFill/>
          <a:ln/>
        </p:spPr>
        <p:txBody>
          <a:bodyPr wrap="square" lIns="0" tIns="0" rIns="0" bIns="0" rtlCol="0" anchor="t"/>
          <a:lstStyle/>
          <a:p>
            <a:pPr algn="l" indent="0" marL="0">
              <a:lnSpc>
                <a:spcPts val="1365"/>
              </a:lnSpc>
              <a:buNone/>
            </a:pPr>
            <a:r>
              <a:rPr lang="ko-KR" altLang="en-US" sz="1050" dirty="0">
                <a:solidFill>
                  <a:srgbClr val="1D3A2A"/>
                </a:solidFill>
                <a:latin typeface="Pretendard ExtraBold" pitchFamily="34" charset="0"/>
                <a:ea typeface="Pretendard ExtraBold" pitchFamily="34" charset="-122"/>
                <a:cs typeface="Pretendard ExtraBold" pitchFamily="34" charset="-120"/>
              </a:rPr>
              <a:t>185</a:t>
            </a:r>
            <a:pPr algn="l" indent="0" marL="0">
              <a:lnSpc>
                <a:spcPts val="1365"/>
              </a:lnSpc>
              <a:buNone/>
            </a:pPr>
            <a:r>
              <a:rPr lang="ko-KR" altLang="en-US" sz="700" b="1" dirty="0">
                <a:solidFill>
                  <a:srgbClr val="1D3A2A"/>
                </a:solidFill>
                <a:latin typeface="Pretendard" pitchFamily="34" charset="0"/>
                <a:ea typeface="Pretendard" pitchFamily="34" charset="-122"/>
                <a:cs typeface="Pretendard" pitchFamily="34" charset="-120"/>
              </a:rPr>
              <a:t>건</a:t>
            </a:r>
            <a:endParaRPr lang="en-US" sz="1050" dirty="0"/>
          </a:p>
        </p:txBody>
      </p:sp>
      <p:sp>
        <p:nvSpPr>
          <p:cNvPr id="160" name="txt-1-79"/>
          <p:cNvSpPr txBox="1"/>
          <p:nvPr/>
        </p:nvSpPr>
        <p:spPr>
          <a:xfrm>
            <a:off x="6212078" y="7913370"/>
            <a:ext cx="559816" cy="225425"/>
          </a:xfrm>
          <a:prstGeom prst="rect">
            <a:avLst/>
          </a:prstGeom>
          <a:noFill/>
          <a:ln/>
        </p:spPr>
        <p:txBody>
          <a:bodyPr wrap="square" lIns="0" tIns="0" rIns="0" bIns="0" rtlCol="0" anchor="t"/>
          <a:lstStyle/>
          <a:p>
            <a:pPr algn="l" indent="0" marL="0">
              <a:lnSpc>
                <a:spcPts val="1365"/>
              </a:lnSpc>
              <a:buNone/>
            </a:pPr>
            <a:r>
              <a:rPr lang="ko-KR" altLang="en-US" sz="1050" spc="-26" kern="0" dirty="0">
                <a:solidFill>
                  <a:srgbClr val="1D3A2A"/>
                </a:solidFill>
                <a:latin typeface="Pretendard ExtraBold" pitchFamily="34" charset="0"/>
                <a:ea typeface="Pretendard ExtraBold" pitchFamily="34" charset="-122"/>
                <a:cs typeface="Pretendard ExtraBold" pitchFamily="34" charset="-120"/>
              </a:rPr>
              <a:t>93.0</a:t>
            </a:r>
            <a:pPr algn="l" indent="0" marL="0">
              <a:lnSpc>
                <a:spcPts val="1365"/>
              </a:lnSpc>
              <a:buNone/>
            </a:pPr>
            <a:r>
              <a:rPr lang="ko-KR" altLang="en-US" sz="700" b="1" spc="-26" kern="0" dirty="0">
                <a:solidFill>
                  <a:srgbClr val="1D3A2A"/>
                </a:solidFill>
                <a:latin typeface="Pretendard" pitchFamily="34" charset="0"/>
                <a:ea typeface="Pretendard" pitchFamily="34" charset="-122"/>
                <a:cs typeface="Pretendard" pitchFamily="34" charset="-120"/>
              </a:rPr>
              <a:t>억 원</a:t>
            </a:r>
            <a:endParaRPr lang="en-US" sz="1050" dirty="0"/>
          </a:p>
        </p:txBody>
      </p:sp>
      <p:sp>
        <p:nvSpPr>
          <p:cNvPr id="161" name="txt-1-80"/>
          <p:cNvSpPr txBox="1"/>
          <p:nvPr/>
        </p:nvSpPr>
        <p:spPr>
          <a:xfrm>
            <a:off x="2911094" y="7933563"/>
            <a:ext cx="530225"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500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62" name="txt-1-81"/>
          <p:cNvSpPr txBox="1"/>
          <p:nvPr/>
        </p:nvSpPr>
        <p:spPr>
          <a:xfrm>
            <a:off x="3991102" y="7933563"/>
            <a:ext cx="631444" cy="214630"/>
          </a:xfrm>
          <a:prstGeom prst="rect">
            <a:avLst/>
          </a:prstGeom>
          <a:noFill/>
          <a:ln/>
        </p:spPr>
        <p:txBody>
          <a:bodyPr wrap="square" lIns="0" tIns="0" rIns="0" bIns="0" rtlCol="0" anchor="t"/>
          <a:lstStyle/>
          <a:p>
            <a:pPr algn="l" indent="0" marL="0">
              <a:lnSpc>
                <a:spcPts val="1300"/>
              </a:lnSpc>
              <a:buNone/>
            </a:pPr>
            <a:r>
              <a:rPr lang="ko-KR" altLang="en-US" sz="1000" spc="-11" kern="0" dirty="0">
                <a:solidFill>
                  <a:srgbClr val="F2D58A"/>
                </a:solidFill>
                <a:latin typeface="Pretendard ExtraBold" pitchFamily="34" charset="0"/>
                <a:ea typeface="Pretendard ExtraBold" pitchFamily="34" charset="-122"/>
                <a:cs typeface="Pretendard ExtraBold" pitchFamily="34" charset="-120"/>
              </a:rPr>
              <a:t>1,000</a:t>
            </a:r>
            <a:pPr algn="l" indent="0" marL="0">
              <a:lnSpc>
                <a:spcPts val="1300"/>
              </a:lnSpc>
              <a:buNone/>
            </a:pPr>
            <a:r>
              <a:rPr lang="ko-KR" altLang="en-US" sz="700" b="1" spc="-11" kern="0" dirty="0">
                <a:solidFill>
                  <a:srgbClr val="F2D58A"/>
                </a:solidFill>
                <a:latin typeface="Pretendard" pitchFamily="34" charset="0"/>
                <a:ea typeface="Pretendard" pitchFamily="34" charset="-122"/>
                <a:cs typeface="Pretendard" pitchFamily="34" charset="-120"/>
              </a:rPr>
              <a:t>만 원</a:t>
            </a:r>
            <a:endParaRPr lang="en-US" sz="1000" dirty="0"/>
          </a:p>
        </p:txBody>
      </p:sp>
      <p:sp>
        <p:nvSpPr>
          <p:cNvPr id="163" name="txt-1-82"/>
          <p:cNvSpPr txBox="1"/>
          <p:nvPr/>
        </p:nvSpPr>
        <p:spPr>
          <a:xfrm>
            <a:off x="471551" y="8085836"/>
            <a:ext cx="46126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1인 월평균</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완독 권수</a:t>
            </a:r>
            <a:endParaRPr lang="en-US" sz="690" dirty="0"/>
          </a:p>
        </p:txBody>
      </p:sp>
      <p:sp>
        <p:nvSpPr>
          <p:cNvPr id="164" name="txt-1-83"/>
          <p:cNvSpPr txBox="1"/>
          <p:nvPr/>
        </p:nvSpPr>
        <p:spPr>
          <a:xfrm>
            <a:off x="1261999" y="8085836"/>
            <a:ext cx="50088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어휘력 진단</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평균 정답률</a:t>
            </a:r>
            <a:endParaRPr lang="en-US" sz="690" dirty="0"/>
          </a:p>
        </p:txBody>
      </p:sp>
      <p:sp>
        <p:nvSpPr>
          <p:cNvPr id="165" name="txt-1-84"/>
          <p:cNvSpPr txBox="1"/>
          <p:nvPr/>
        </p:nvSpPr>
        <p:spPr>
          <a:xfrm>
            <a:off x="2052320" y="8085836"/>
            <a:ext cx="64439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「천천히 다지기」</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비율</a:t>
            </a:r>
            <a:endParaRPr lang="en-US" sz="690" dirty="0"/>
          </a:p>
        </p:txBody>
      </p:sp>
      <p:sp>
        <p:nvSpPr>
          <p:cNvPr id="166" name="txt-1-85"/>
          <p:cNvSpPr txBox="1"/>
          <p:nvPr/>
        </p:nvSpPr>
        <p:spPr>
          <a:xfrm>
            <a:off x="5132070" y="80859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공공 독서교육 계약</a:t>
            </a:r>
            <a:endParaRPr lang="en-US" sz="690" dirty="0"/>
          </a:p>
        </p:txBody>
      </p:sp>
      <p:sp>
        <p:nvSpPr>
          <p:cNvPr id="167" name="txt-1-86"/>
          <p:cNvSpPr txBox="1"/>
          <p:nvPr/>
        </p:nvSpPr>
        <p:spPr>
          <a:xfrm>
            <a:off x="6212078" y="8085963"/>
            <a:ext cx="604393"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누적 계약 금액</a:t>
            </a:r>
            <a:endParaRPr lang="en-US" sz="690" dirty="0"/>
          </a:p>
        </p:txBody>
      </p:sp>
      <p:sp>
        <p:nvSpPr>
          <p:cNvPr id="168" name="txt-1-87"/>
          <p:cNvSpPr txBox="1"/>
          <p:nvPr/>
        </p:nvSpPr>
        <p:spPr>
          <a:xfrm>
            <a:off x="2911094" y="8095234"/>
            <a:ext cx="765556"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소규모, 6학급 이하</a:t>
            </a:r>
            <a:endParaRPr lang="en-US" sz="690" dirty="0"/>
          </a:p>
        </p:txBody>
      </p:sp>
      <p:sp>
        <p:nvSpPr>
          <p:cNvPr id="169" name="txt-1-88"/>
          <p:cNvSpPr txBox="1"/>
          <p:nvPr/>
        </p:nvSpPr>
        <p:spPr>
          <a:xfrm>
            <a:off x="3991102" y="8095234"/>
            <a:ext cx="651002"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FFFFFF"/>
                </a:solidFill>
                <a:latin typeface="Pretendard" pitchFamily="34" charset="0"/>
                <a:ea typeface="Pretendard" pitchFamily="34" charset="-122"/>
                <a:cs typeface="Pretendard" pitchFamily="34" charset="-120"/>
              </a:rPr>
              <a:t>표준, 7~18학급</a:t>
            </a:r>
            <a:endParaRPr lang="en-US" sz="690" dirty="0"/>
          </a:p>
        </p:txBody>
      </p:sp>
      <p:sp>
        <p:nvSpPr>
          <p:cNvPr id="170" name="txt-1-89"/>
          <p:cNvSpPr txBox="1"/>
          <p:nvPr/>
        </p:nvSpPr>
        <p:spPr>
          <a:xfrm>
            <a:off x="5132070" y="8322818"/>
            <a:ext cx="321818" cy="225425"/>
          </a:xfrm>
          <a:prstGeom prst="rect">
            <a:avLst/>
          </a:prstGeom>
          <a:noFill/>
          <a:ln/>
        </p:spPr>
        <p:txBody>
          <a:bodyPr wrap="square" lIns="0" tIns="0" rIns="0" bIns="0" rtlCol="0" anchor="t"/>
          <a:lstStyle/>
          <a:p>
            <a:pPr algn="l" indent="0" marL="0">
              <a:lnSpc>
                <a:spcPts val="1365"/>
              </a:lnSpc>
              <a:buNone/>
            </a:pPr>
            <a:r>
              <a:rPr lang="ko-KR" altLang="en-US" sz="1050" spc="20" kern="0" dirty="0">
                <a:solidFill>
                  <a:srgbClr val="1D3A2A"/>
                </a:solidFill>
                <a:latin typeface="Pretendard ExtraBold" pitchFamily="34" charset="0"/>
                <a:ea typeface="Pretendard ExtraBold" pitchFamily="34" charset="-122"/>
                <a:cs typeface="Pretendard ExtraBold" pitchFamily="34" charset="-120"/>
              </a:rPr>
              <a:t>71</a:t>
            </a:r>
            <a:pPr algn="l" indent="0" marL="0">
              <a:lnSpc>
                <a:spcPts val="1365"/>
              </a:lnSpc>
              <a:buNone/>
            </a:pPr>
            <a:r>
              <a:rPr lang="ko-KR" altLang="en-US" sz="700" b="1" spc="20" kern="0" dirty="0">
                <a:solidFill>
                  <a:srgbClr val="1D3A2A"/>
                </a:solidFill>
                <a:latin typeface="Pretendard" pitchFamily="34" charset="0"/>
                <a:ea typeface="Pretendard" pitchFamily="34" charset="-122"/>
                <a:cs typeface="Pretendard" pitchFamily="34" charset="-120"/>
              </a:rPr>
              <a:t>%</a:t>
            </a:r>
            <a:endParaRPr lang="en-US" sz="1050" dirty="0"/>
          </a:p>
        </p:txBody>
      </p:sp>
      <p:sp>
        <p:nvSpPr>
          <p:cNvPr id="171" name="txt-1-90"/>
          <p:cNvSpPr txBox="1"/>
          <p:nvPr/>
        </p:nvSpPr>
        <p:spPr>
          <a:xfrm>
            <a:off x="6212078" y="8322818"/>
            <a:ext cx="576199" cy="225425"/>
          </a:xfrm>
          <a:prstGeom prst="rect">
            <a:avLst/>
          </a:prstGeom>
          <a:noFill/>
          <a:ln/>
        </p:spPr>
        <p:txBody>
          <a:bodyPr wrap="square" lIns="0" tIns="0" rIns="0" bIns="0" rtlCol="0" anchor="t"/>
          <a:lstStyle/>
          <a:p>
            <a:pPr algn="l" indent="0" marL="0">
              <a:lnSpc>
                <a:spcPts val="1365"/>
              </a:lnSpc>
              <a:buNone/>
            </a:pPr>
            <a:r>
              <a:rPr lang="ko-KR" altLang="en-US" sz="1050" spc="-44" kern="0" dirty="0">
                <a:solidFill>
                  <a:srgbClr val="2E7A4E"/>
                </a:solidFill>
                <a:latin typeface="Pretendard ExtraBold" pitchFamily="34" charset="0"/>
                <a:ea typeface="Pretendard ExtraBold" pitchFamily="34" charset="-122"/>
                <a:cs typeface="Pretendard ExtraBold" pitchFamily="34" charset="-120"/>
              </a:rPr>
              <a:t>특허 등록</a:t>
            </a:r>
            <a:endParaRPr lang="en-US" sz="1050" dirty="0"/>
          </a:p>
        </p:txBody>
      </p:sp>
      <p:sp>
        <p:nvSpPr>
          <p:cNvPr id="172" name="txt-1-91"/>
          <p:cNvSpPr txBox="1"/>
          <p:nvPr/>
        </p:nvSpPr>
        <p:spPr>
          <a:xfrm>
            <a:off x="2911094" y="8352663"/>
            <a:ext cx="629031" cy="214630"/>
          </a:xfrm>
          <a:prstGeom prst="rect">
            <a:avLst/>
          </a:prstGeom>
          <a:noFill/>
          <a:ln/>
        </p:spPr>
        <p:txBody>
          <a:bodyPr wrap="square" lIns="0" tIns="0" rIns="0" bIns="0" rtlCol="0" anchor="t"/>
          <a:lstStyle/>
          <a:p>
            <a:pPr algn="l" indent="0" marL="0">
              <a:lnSpc>
                <a:spcPts val="1300"/>
              </a:lnSpc>
              <a:buNone/>
            </a:pPr>
            <a:r>
              <a:rPr lang="ko-KR" altLang="en-US" sz="1000" spc="-7" kern="0" dirty="0">
                <a:solidFill>
                  <a:srgbClr val="1D3A2A"/>
                </a:solidFill>
                <a:latin typeface="Pretendard ExtraBold" pitchFamily="34" charset="0"/>
                <a:ea typeface="Pretendard ExtraBold" pitchFamily="34" charset="-122"/>
                <a:cs typeface="Pretendard ExtraBold" pitchFamily="34" charset="-120"/>
              </a:rPr>
              <a:t>1,500</a:t>
            </a:r>
            <a:pPr algn="l" indent="0" marL="0">
              <a:lnSpc>
                <a:spcPts val="1300"/>
              </a:lnSpc>
              <a:buNone/>
            </a:pPr>
            <a:r>
              <a:rPr lang="ko-KR" altLang="en-US" sz="700" b="1" spc="-7" kern="0"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3" name="txt-1-92"/>
          <p:cNvSpPr txBox="1"/>
          <p:nvPr/>
        </p:nvSpPr>
        <p:spPr>
          <a:xfrm>
            <a:off x="3991102" y="8352663"/>
            <a:ext cx="655066"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2,000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4" name="txt-1-93"/>
          <p:cNvSpPr txBox="1"/>
          <p:nvPr/>
        </p:nvSpPr>
        <p:spPr>
          <a:xfrm>
            <a:off x="471551" y="8457057"/>
            <a:ext cx="37693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a:t>
            </a:r>
            <a:endParaRPr lang="en-US" sz="960" dirty="0"/>
          </a:p>
        </p:txBody>
      </p:sp>
      <p:sp>
        <p:nvSpPr>
          <p:cNvPr id="175" name="txt-1-94"/>
          <p:cNvSpPr txBox="1"/>
          <p:nvPr/>
        </p:nvSpPr>
        <p:spPr>
          <a:xfrm>
            <a:off x="1261999" y="8457057"/>
            <a:ext cx="377190"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80%</a:t>
            </a:r>
            <a:endParaRPr lang="en-US" sz="960" dirty="0"/>
          </a:p>
        </p:txBody>
      </p:sp>
      <p:sp>
        <p:nvSpPr>
          <p:cNvPr id="176" name="txt-1-95"/>
          <p:cNvSpPr txBox="1"/>
          <p:nvPr/>
        </p:nvSpPr>
        <p:spPr>
          <a:xfrm>
            <a:off x="2052320" y="8457057"/>
            <a:ext cx="629158"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 이상</a:t>
            </a:r>
            <a:endParaRPr lang="en-US" sz="960" dirty="0"/>
          </a:p>
        </p:txBody>
      </p:sp>
      <p:sp>
        <p:nvSpPr>
          <p:cNvPr id="177" name="txt-1-96"/>
          <p:cNvSpPr txBox="1"/>
          <p:nvPr/>
        </p:nvSpPr>
        <p:spPr>
          <a:xfrm>
            <a:off x="5132070" y="8505063"/>
            <a:ext cx="788289"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다시 맡긴 발주 기관</a:t>
            </a:r>
            <a:endParaRPr lang="en-US" sz="690" dirty="0"/>
          </a:p>
        </p:txBody>
      </p:sp>
      <p:sp>
        <p:nvSpPr>
          <p:cNvPr id="178" name="txt-1-97"/>
          <p:cNvSpPr txBox="1"/>
          <p:nvPr/>
        </p:nvSpPr>
        <p:spPr>
          <a:xfrm>
            <a:off x="6212078" y="85050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캐릭터와 대화 기술</a:t>
            </a:r>
            <a:endParaRPr lang="en-US" sz="690" dirty="0"/>
          </a:p>
        </p:txBody>
      </p:sp>
      <p:sp>
        <p:nvSpPr>
          <p:cNvPr id="179" name="txt-1-98"/>
          <p:cNvSpPr txBox="1"/>
          <p:nvPr/>
        </p:nvSpPr>
        <p:spPr>
          <a:xfrm>
            <a:off x="2911094" y="8514334"/>
            <a:ext cx="872617"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중대규모, 19~30학급</a:t>
            </a:r>
            <a:endParaRPr lang="en-US" sz="690" dirty="0"/>
          </a:p>
        </p:txBody>
      </p:sp>
      <p:sp>
        <p:nvSpPr>
          <p:cNvPr id="180" name="txt-1-99"/>
          <p:cNvSpPr txBox="1"/>
          <p:nvPr/>
        </p:nvSpPr>
        <p:spPr>
          <a:xfrm>
            <a:off x="3991102" y="8514334"/>
            <a:ext cx="806577"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대규모, 31학급 이상</a:t>
            </a:r>
            <a:endParaRPr lang="en-US" sz="690" dirty="0"/>
          </a:p>
        </p:txBody>
      </p:sp>
      <p:sp>
        <p:nvSpPr>
          <p:cNvPr id="181" name="txt-1-100"/>
          <p:cNvSpPr txBox="1"/>
          <p:nvPr/>
        </p:nvSpPr>
        <p:spPr>
          <a:xfrm>
            <a:off x="471551" y="8619363"/>
            <a:ext cx="60439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독후활동과</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인물 대화 참여</a:t>
            </a:r>
            <a:endParaRPr lang="en-US" sz="690" dirty="0"/>
          </a:p>
        </p:txBody>
      </p:sp>
      <p:sp>
        <p:nvSpPr>
          <p:cNvPr id="182" name="txt-1-101"/>
          <p:cNvSpPr txBox="1"/>
          <p:nvPr/>
        </p:nvSpPr>
        <p:spPr>
          <a:xfrm>
            <a:off x="1261999" y="8619363"/>
            <a:ext cx="42062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독서수업</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운영 학급</a:t>
            </a:r>
            <a:endParaRPr lang="en-US" sz="690" dirty="0"/>
          </a:p>
        </p:txBody>
      </p:sp>
      <p:sp>
        <p:nvSpPr>
          <p:cNvPr id="183" name="txt-1-102"/>
          <p:cNvSpPr txBox="1"/>
          <p:nvPr/>
        </p:nvSpPr>
        <p:spPr>
          <a:xfrm>
            <a:off x="2052320" y="8619363"/>
            <a:ext cx="44437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교사</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만족도</a:t>
            </a:r>
            <a:endParaRPr lang="en-US" sz="690" dirty="0"/>
          </a:p>
        </p:txBody>
      </p:sp>
      <p:sp>
        <p:nvSpPr>
          <p:cNvPr id="184" name="txt-1-103"/>
          <p:cNvSpPr txBox="1"/>
          <p:nvPr/>
        </p:nvSpPr>
        <p:spPr>
          <a:xfrm>
            <a:off x="476250" y="9113393"/>
            <a:ext cx="3215640" cy="284861"/>
          </a:xfrm>
          <a:prstGeom prst="rect">
            <a:avLst/>
          </a:prstGeom>
          <a:noFill/>
          <a:ln/>
        </p:spPr>
        <p:txBody>
          <a:bodyPr wrap="square" lIns="0" tIns="0" rIns="0" bIns="0" rtlCol="0" anchor="t"/>
          <a:lstStyle/>
          <a:p>
            <a:pPr algn="l" indent="0" marL="0">
              <a:lnSpc>
                <a:spcPts val="975"/>
              </a:lnSpc>
              <a:buNone/>
            </a:pPr>
            <a:r>
              <a:rPr lang="ko-KR" altLang="en-US" sz="690" b="1" dirty="0">
                <a:solidFill>
                  <a:srgbClr val="1D3A2A"/>
                </a:solidFill>
                <a:latin typeface="Pretendard" pitchFamily="34" charset="0"/>
                <a:ea typeface="Pretendard" pitchFamily="34" charset="-122"/>
                <a:cs typeface="Pretendard" pitchFamily="34" charset="-120"/>
              </a:rPr>
              <a:t>정보 보호</a:t>
            </a:r>
            <a:endParaRPr lang="en-US" sz="690" dirty="0"/>
          </a:p>
          <a:p>
            <a:pPr algn="l" indent="0" marL="0">
              <a:lnSpc>
                <a:spcPts val="975"/>
              </a:lnSpc>
              <a:buNone/>
            </a:pPr>
            <a:r>
              <a:rPr lang="ko-KR" altLang="en-US" sz="690" dirty="0">
                <a:solidFill>
                  <a:srgbClr val="4C574F"/>
                </a:solidFill>
                <a:latin typeface="Pretendard" pitchFamily="34" charset="0"/>
                <a:ea typeface="Pretendard" pitchFamily="34" charset="-122"/>
                <a:cs typeface="Pretendard" pitchFamily="34" charset="-120"/>
              </a:rPr>
              <a:t>무보관(ZDR)을 적용해, AI로 보낸 글은 처리 뒤 남지 않고 AI 학습에도 쓰이지 않습니다.</a:t>
            </a:r>
            <a:endParaRPr lang="en-US" sz="690" dirty="0"/>
          </a:p>
        </p:txBody>
      </p:sp>
      <p:sp>
        <p:nvSpPr>
          <p:cNvPr id="185" name="txt-1-104"/>
          <p:cNvSpPr txBox="1"/>
          <p:nvPr/>
        </p:nvSpPr>
        <p:spPr>
          <a:xfrm>
            <a:off x="885825" y="9123934"/>
            <a:ext cx="6418961" cy="148082"/>
          </a:xfrm>
          <a:prstGeom prst="rect">
            <a:avLst/>
          </a:prstGeom>
          <a:noFill/>
          <a:ln/>
        </p:spPr>
        <p:txBody>
          <a:bodyPr wrap="square" lIns="0" tIns="0" rIns="0" bIns="0" rtlCol="0" anchor="t"/>
          <a:lstStyle/>
          <a:p>
            <a:pPr algn="l" indent="0" marL="0">
              <a:lnSpc>
                <a:spcPts val="897"/>
              </a:lnSpc>
              <a:buNone/>
            </a:pPr>
            <a:r>
              <a:rPr lang="ko-KR" altLang="en-US" sz="690" spc="-3" kern="0" dirty="0">
                <a:solidFill>
                  <a:srgbClr val="4C574F"/>
                </a:solidFill>
                <a:latin typeface="Pretendard" pitchFamily="34" charset="0"/>
                <a:ea typeface="Pretendard" pitchFamily="34" charset="-122"/>
                <a:cs typeface="Pretendard" pitchFamily="34" charset="-120"/>
              </a:rPr>
              <a:t>보호자 동의를 확인해 학생 계정을 만들고, 통계는 이름 없는 합계로만 내려받습니다. 부기의 AI 기능은 OpenAI와 Anthropic(Claude) API로 운영합니다. 두 사업자 모두 데이터</a:t>
            </a:r>
            <a:endParaRPr lang="en-US" sz="690" dirty="0"/>
          </a:p>
        </p:txBody>
      </p:sp>
      <p:sp>
        <p:nvSpPr>
          <p:cNvPr id="186" name="txt-1-105"/>
          <p:cNvSpPr txBox="1"/>
          <p:nvPr/>
        </p:nvSpPr>
        <p:spPr>
          <a:xfrm>
            <a:off x="397256" y="9590405"/>
            <a:ext cx="7067296" cy="241046"/>
          </a:xfrm>
          <a:prstGeom prst="rect">
            <a:avLst/>
          </a:prstGeom>
          <a:noFill/>
          <a:ln/>
        </p:spPr>
        <p:txBody>
          <a:bodyPr wrap="square" lIns="0" tIns="0" rIns="0" bIns="0" rtlCol="0" anchor="t"/>
          <a:lstStyle/>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출처: OECD PISA 2025 결과 보도(2026. 9.), 2022년 값은 교육부와 한국교육과정평가원(2023. 12.), 교원 인식은 한국교총(2024. 10.), 독서 긍정 인식은 문화체육관광부 「2023년 국민독서실태조사」, 정책은</a:t>
            </a:r>
            <a:endParaRPr lang="en-US" sz="610" dirty="0"/>
          </a:p>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교육부 「학교 독서교육 활성화 방안」(2026. 7. 2.). 운영 결과는 선도교사단 72학급 온오프라인 운영 결과 종합. 교사 의견은 홍보 사용에 동의한 후기 원문. 사업비와 성과 목표는 안이며 참여 학교 수와 학급 규모가 정해지면</a:t>
            </a:r>
            <a:endParaRPr lang="en-US" sz="610" dirty="0"/>
          </a:p>
        </p:txBody>
      </p:sp>
      <p:sp>
        <p:nvSpPr>
          <p:cNvPr id="187" name="txt-1-106"/>
          <p:cNvSpPr txBox="1"/>
          <p:nvPr/>
        </p:nvSpPr>
        <p:spPr>
          <a:xfrm>
            <a:off x="397256" y="9809353"/>
            <a:ext cx="7131050" cy="241046"/>
          </a:xfrm>
          <a:prstGeom prst="rect">
            <a:avLst/>
          </a:prstGeom>
          <a:noFill/>
          <a:ln/>
        </p:spPr>
        <p:txBody>
          <a:bodyPr wrap="square" lIns="0" tIns="0" rIns="0" bIns="0" rtlCol="0" anchor="t"/>
          <a:lstStyle/>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교육청과 협의해 확정. 수행 실적은 2018~2026년 제안기관 집계(관계사 포함, 발주 기관 65곳 가운데 46곳)이며 실적증명서로 제출. 특허 「아바타 기반 도서 등장인물 대화형 독서활동」. 자세한 내용은 부기 통합운영 제안서</a:t>
            </a:r>
            <a:endParaRPr lang="en-US" sz="610" dirty="0"/>
          </a:p>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(44쪽).</a:t>
            </a:r>
            <a:endParaRPr lang="en-US" sz="610" dirty="0"/>
          </a:p>
        </p:txBody>
      </p:sp>
      <p:sp>
        <p:nvSpPr>
          <p:cNvPr id="188" name="txt-1-107"/>
          <p:cNvSpPr txBox="1"/>
          <p:nvPr/>
        </p:nvSpPr>
        <p:spPr>
          <a:xfrm>
            <a:off x="951357" y="10228453"/>
            <a:ext cx="1442212" cy="205994"/>
          </a:xfrm>
          <a:prstGeom prst="rect">
            <a:avLst/>
          </a:prstGeom>
          <a:noFill/>
          <a:ln/>
        </p:spPr>
        <p:txBody>
          <a:bodyPr wrap="square" lIns="0" tIns="0" rIns="0" bIns="0" rtlCol="0" anchor="t"/>
          <a:lstStyle/>
          <a:p>
            <a:pPr algn="l" indent="0" marL="0">
              <a:lnSpc>
                <a:spcPts val="1248"/>
              </a:lnSpc>
              <a:buNone/>
            </a:pPr>
            <a:r>
              <a:rPr lang="ko-KR" altLang="en-US" sz="960" b="1" dirty="0">
                <a:solidFill>
                  <a:srgbClr val="F2D58A"/>
                </a:solidFill>
                <a:latin typeface="Pretendard" pitchFamily="34" charset="0"/>
                <a:ea typeface="Pretendard" pitchFamily="34" charset="-122"/>
                <a:cs typeface="Pretendard" pitchFamily="34" charset="-120"/>
              </a:rPr>
              <a:t>부기 누리집 </a:t>
            </a:r>
            <a:pPr algn="l" indent="0" marL="0">
              <a:lnSpc>
                <a:spcPts val="1248"/>
              </a:lnSpc>
              <a:buNone/>
            </a:pPr>
            <a:r>
              <a:rPr lang="ko-KR" altLang="en-US" sz="960" dirty="0">
                <a:solidFill>
                  <a:srgbClr val="FFFFFF"/>
                </a:solidFill>
                <a:latin typeface="Pretendard Black" pitchFamily="34" charset="0"/>
                <a:ea typeface="Pretendard Black" pitchFamily="34" charset="-122"/>
                <a:cs typeface="Pretendard Black" pitchFamily="34" charset="-120"/>
              </a:rPr>
              <a:t>bookie.io.kr</a:t>
            </a:r>
            <a:endParaRPr lang="en-US" sz="960" dirty="0"/>
          </a:p>
        </p:txBody>
      </p:sp>
      <p:sp>
        <p:nvSpPr>
          <p:cNvPr id="189" name="txt-1-108"/>
          <p:cNvSpPr txBox="1"/>
          <p:nvPr/>
        </p:nvSpPr>
        <p:spPr>
          <a:xfrm>
            <a:off x="951357" y="10417937"/>
            <a:ext cx="1491361"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주식회사 엠에스이씨엠(MSECM)</a:t>
            </a:r>
            <a:endParaRPr lang="en-US" sz="799" dirty="0"/>
          </a:p>
        </p:txBody>
      </p:sp>
      <p:sp>
        <p:nvSpPr>
          <p:cNvPr id="190" name="txt-1-109"/>
          <p:cNvSpPr txBox="1"/>
          <p:nvPr/>
        </p:nvSpPr>
        <p:spPr>
          <a:xfrm>
            <a:off x="2372741" y="10417937"/>
            <a:ext cx="568325"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문의 이예진</a:t>
            </a:r>
            <a:endParaRPr lang="en-US" sz="799" dirty="0"/>
          </a:p>
        </p:txBody>
      </p:sp>
      <p:sp>
        <p:nvSpPr>
          <p:cNvPr id="191" name="txt-1-110"/>
          <p:cNvSpPr txBox="1"/>
          <p:nvPr/>
        </p:nvSpPr>
        <p:spPr>
          <a:xfrm>
            <a:off x="2923032" y="10417937"/>
            <a:ext cx="908558" cy="171577"/>
          </a:xfrm>
          <a:prstGeom prst="rect">
            <a:avLst/>
          </a:prstGeom>
          <a:noFill/>
          <a:ln/>
        </p:spPr>
        <p:txBody>
          <a:bodyPr wrap="square" lIns="0" tIns="0" rIns="0" bIns="0" rtlCol="0" anchor="t"/>
          <a:lstStyle/>
          <a:p>
            <a:pPr algn="l" indent="0" marL="0">
              <a:lnSpc>
                <a:spcPts val="1039"/>
              </a:lnSpc>
              <a:buNone/>
            </a:pPr>
            <a:r>
              <a:rPr lang="ko-KR" altLang="en-US" sz="799" spc="-1" kern="0" dirty="0">
                <a:solidFill>
                  <a:srgbClr val="DFE8E1"/>
                </a:solidFill>
                <a:latin typeface="Pretendard" pitchFamily="34" charset="0"/>
                <a:ea typeface="Pretendard" pitchFamily="34" charset="-122"/>
                <a:cs typeface="Pretendard" pitchFamily="34" charset="-120"/>
              </a:rPr>
              <a:t>T. 055-715-8854</a:t>
            </a:r>
            <a:endParaRPr lang="en-US" sz="799" dirty="0"/>
          </a:p>
        </p:txBody>
      </p:sp>
      <p:sp>
        <p:nvSpPr>
          <p:cNvPr id="192" name="txt-1-111"/>
          <p:cNvSpPr txBox="1"/>
          <p:nvPr/>
        </p:nvSpPr>
        <p:spPr>
          <a:xfrm>
            <a:off x="3794506" y="10417937"/>
            <a:ext cx="1180211" cy="171577"/>
          </a:xfrm>
          <a:prstGeom prst="rect">
            <a:avLst/>
          </a:prstGeom>
          <a:noFill/>
          <a:ln/>
        </p:spPr>
        <p:txBody>
          <a:bodyPr wrap="square" lIns="0" tIns="0" rIns="0" bIns="0" rtlCol="0" anchor="t"/>
          <a:lstStyle/>
          <a:p>
            <a:pPr algn="l" indent="0" marL="0">
              <a:lnSpc>
                <a:spcPts val="1039"/>
              </a:lnSpc>
              <a:buNone/>
            </a:pPr>
            <a:r>
              <a:rPr lang="ko-KR" altLang="en-US" sz="799" spc="-3" kern="0" dirty="0">
                <a:solidFill>
                  <a:srgbClr val="DFE8E1"/>
                </a:solidFill>
                <a:latin typeface="Pretendard" pitchFamily="34" charset="0"/>
                <a:ea typeface="Pretendard" pitchFamily="34" charset="-122"/>
                <a:cs typeface="Pretendard" pitchFamily="34" charset="-120"/>
              </a:rPr>
              <a:t>E. yeajin@msecm.co.kr</a:t>
            </a:r>
            <a:endParaRPr lang="en-US" sz="79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주식회사 엠에스이씨엠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부기 통합운영 제안서 한 장 요약</dc:title>
  <dc:subject>PptxGenJS Presentation</dc:subject>
  <dc:creator>MSECM</dc:creator>
  <cp:lastModifiedBy>MSECM</cp:lastModifiedBy>
  <cp:revision>1</cp:revision>
  <dcterms:created xsi:type="dcterms:W3CDTF">2026-10-28T11:57:49Z</dcterms:created>
  <dcterms:modified xsi:type="dcterms:W3CDTF">2026-10-28T11:57:49Z</dcterms:modified>
</cp:coreProperties>
</file>