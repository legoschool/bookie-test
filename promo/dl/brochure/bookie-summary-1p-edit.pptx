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이야기 이해 과정에서는 전전두엽을 포함한 여러 뇌 영역이 함께 활동합니다.*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학교에서 마주한 현실은, 아이들이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책을 충분히 읽지 않는다는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 것이었습니다.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· 언어의 장벽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과 읽기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수준 차이,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개별 지도와 수업 준비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의 부담이 있습니다.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학교에서 시범 사용을 통해 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시켜 나가고 있습니다.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다양한 독후활동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글 · 그림 · 편지로 내 생각 표현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26,924건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2026년 9월 20일부터 10월 21일까지 한 달 시범 사용 결과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7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2592451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7"/>
                <a:cs typeface="Noto Sans KR" pitchFamily="34" charset="-120"/>
              </a:rPr>
              <a:t>* 출처: Yarkoni et al. (2008). NeuroImage, 41(4), 1408-1425.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2026-10-27T23:57:07Z</dcterms:created>
  <dcterms:modified xsi:type="dcterms:W3CDTF">2026-10-27T23:57:07Z</dcterms:modified>
</cp:coreProperties>
</file>