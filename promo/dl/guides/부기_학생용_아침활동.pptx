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dd498fb81848b5" /><Relationship Type="http://schemas.openxmlformats.org/officeDocument/2006/relationships/extended-properties" Target="/docProps/app.xml" Id="R4d09e568d96e40ab" /><Relationship Type="http://schemas.openxmlformats.org/officeDocument/2006/relationships/officeDocument" Target="/ppt/presentation.xml" Id="Rd02b554591f0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52ede795234627"/>
  </p:sldMasterIdLst>
  <p:notesMasterIdLst>
    <p:notesMasterId xmlns:r="http://schemas.openxmlformats.org/officeDocument/2006/relationships" r:id="R9713a0efed6546c0"/>
  </p:notesMasterIdLst>
  <p:sldIdLst>
    <p:sldId xmlns:r="http://schemas.openxmlformats.org/officeDocument/2006/relationships" id="256" r:id="Rca788d861031433f"/>
    <p:sldId xmlns:r="http://schemas.openxmlformats.org/officeDocument/2006/relationships" id="257" r:id="Ra11010a696514104"/>
    <p:sldId xmlns:r="http://schemas.openxmlformats.org/officeDocument/2006/relationships" id="258" r:id="R7ec63778bcc14cb8"/>
    <p:sldId xmlns:r="http://schemas.openxmlformats.org/officeDocument/2006/relationships" id="259" r:id="Raf0aa5d16ffc4bca"/>
    <p:sldId xmlns:r="http://schemas.openxmlformats.org/officeDocument/2006/relationships" id="260" r:id="R588c79a9f1bf4cb5"/>
    <p:sldId xmlns:r="http://schemas.openxmlformats.org/officeDocument/2006/relationships" id="261" r:id="Ra1145de400f94736"/>
    <p:sldId xmlns:r="http://schemas.openxmlformats.org/officeDocument/2006/relationships" id="262" r:id="R800cf99359fe45e2"/>
    <p:sldId xmlns:r="http://schemas.openxmlformats.org/officeDocument/2006/relationships" id="263" r:id="R6b6d85f86751415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944070b9f4f3a" /><Relationship Type="http://schemas.openxmlformats.org/officeDocument/2006/relationships/slideMaster" Target="/ppt/slideMasters/slideMaster1.xml" Id="Rf352ede795234627" /><Relationship Type="http://schemas.openxmlformats.org/officeDocument/2006/relationships/notesMaster" Target="/ppt/notesMasters/notesMaster1.xml" Id="R9713a0efed6546c0" /><Relationship Type="http://schemas.openxmlformats.org/officeDocument/2006/relationships/presProps" Target="/ppt/presProps.xml" Id="Re8c84862df8e42a8" /><Relationship Type="http://schemas.openxmlformats.org/officeDocument/2006/relationships/tableStyles" Target="/ppt/tableStyles.xml" Id="R6a84681910654bb0" /><Relationship Type="http://schemas.openxmlformats.org/officeDocument/2006/relationships/slide" Target="/ppt/slides/slide1.xml" Id="Rca788d861031433f" /><Relationship Type="http://schemas.openxmlformats.org/officeDocument/2006/relationships/slide" Target="/ppt/slides/slide2.xml" Id="Ra11010a696514104" /><Relationship Type="http://schemas.openxmlformats.org/officeDocument/2006/relationships/slide" Target="/ppt/slides/slide3.xml" Id="R7ec63778bcc14cb8" /><Relationship Type="http://schemas.openxmlformats.org/officeDocument/2006/relationships/slide" Target="/ppt/slides/slide4.xml" Id="Raf0aa5d16ffc4bca" /><Relationship Type="http://schemas.openxmlformats.org/officeDocument/2006/relationships/slide" Target="/ppt/slides/slide5.xml" Id="R588c79a9f1bf4cb5" /><Relationship Type="http://schemas.openxmlformats.org/officeDocument/2006/relationships/slide" Target="/ppt/slides/slide6.xml" Id="Ra1145de400f94736" /><Relationship Type="http://schemas.openxmlformats.org/officeDocument/2006/relationships/slide" Target="/ppt/slides/slide7.xml" Id="R800cf99359fe45e2" /><Relationship Type="http://schemas.openxmlformats.org/officeDocument/2006/relationships/slide" Target="/ppt/slides/slide8.xml" Id="R6b6d85f86751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e692ee2356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19a689807749bc" /><Relationship Type="http://schemas.openxmlformats.org/officeDocument/2006/relationships/notesMaster" Target="/ppt/notesMasters/notesMaster1.xml" Id="Rde77602db9e042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41acede8a54d8e" /><Relationship Type="http://schemas.openxmlformats.org/officeDocument/2006/relationships/notesMaster" Target="/ppt/notesMasters/notesMaster1.xml" Id="R394542162594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a84a65650a4833" /><Relationship Type="http://schemas.openxmlformats.org/officeDocument/2006/relationships/notesMaster" Target="/ppt/notesMasters/notesMaster1.xml" Id="R8289f544cf0444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dcdae8d12543a4" /><Relationship Type="http://schemas.openxmlformats.org/officeDocument/2006/relationships/notesMaster" Target="/ppt/notesMasters/notesMaster1.xml" Id="R08982ed0c3214b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eca60a3cdc4311" /><Relationship Type="http://schemas.openxmlformats.org/officeDocument/2006/relationships/notesMaster" Target="/ppt/notesMasters/notesMaster1.xml" Id="R6ac56b670c2448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3d33841f24e04" /><Relationship Type="http://schemas.openxmlformats.org/officeDocument/2006/relationships/notesMaster" Target="/ppt/notesMasters/notesMaster1.xml" Id="R36a155a2b7ab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6dd71403c24e24" /><Relationship Type="http://schemas.openxmlformats.org/officeDocument/2006/relationships/notesMaster" Target="/ppt/notesMasters/notesMaster1.xml" Id="R1f91af1899b14f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d85edad4848e4" /><Relationship Type="http://schemas.openxmlformats.org/officeDocument/2006/relationships/notesMaster" Target="/ppt/notesMasters/notesMaster1.xml" Id="R0026d1e953c9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부기 공식 캐릭터 출처: https://bookie.io.kr/teacher/assets/bookie-kids-cut.png?v=b3 ; 확인 2026-09-20. 학생별 로그인 없이 교사 화면을 함께 보는 첫 도입입니다.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교사가 함께 읽을 책을 미리 열어 둡니다. 예시 책은 토끼와 거북이입니다. 학생별 기기 없이 시작하는 첫 도입용입니다.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읽기 5분, 짝과 이야기 3분, 몇 명의 생각 나누기 2분 정도로 조정합니다. 앱 제출은 첫날의 필수 활동이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활동: 아침 함께 읽기</a:t>
            </a:r>
          </a:p>
          <a:p xmlns:a="http://schemas.openxmlformats.org/drawingml/2006/main">
            <a:r>
              <a:t>출처: https://bookie.io.kr/teacher/ ; 화면 확인 2026-09-20. 교사 계정의 학생 체험 화면. 지도안으로 돌아가기 버튼은 학생 조작 대상이 아닙니다. </a:t>
            </a:r>
          </a:p>
          <a:p xmlns:a="http://schemas.openxmlformats.org/drawingml/2006/main">
            <a:r>
              <a:t>오늘 정한 분량에서 멈춥니다. 책을 끝까지 읽지 않았다면 완독 표시를 요구하지 않습니다. 이후 학생별 기기를 사용할 때 상세 활동용 PPT의 접속 시나리오를 안내하세요.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b76c6a26784d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031ea89dc94d19" /><Relationship Type="http://schemas.openxmlformats.org/officeDocument/2006/relationships/slideLayout" Target="/ppt/slideLayouts/slideLayout1.xml" Id="R0916003861c341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16003861c341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d13abc84f492c" /><Relationship Type="http://schemas.openxmlformats.org/officeDocument/2006/relationships/image" Target="/ppt/media/image.png" Id="R6289a8eabcf7484a" /><Relationship Type="http://schemas.openxmlformats.org/officeDocument/2006/relationships/notesSlide" Target="/ppt/notesSlides/notesSlide1.xml" Id="Rc3be857b0bb449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78339ff244f39" /><Relationship Type="http://schemas.openxmlformats.org/officeDocument/2006/relationships/image" Target="/ppt/media/image2.png" Id="R9180e86ab28348b9" /><Relationship Type="http://schemas.openxmlformats.org/officeDocument/2006/relationships/image" Target="/ppt/media/image3.png" Id="Rde3d0ff7f07a4cd2" /><Relationship Type="http://schemas.openxmlformats.org/officeDocument/2006/relationships/notesSlide" Target="/ppt/notesSlides/notesSlide2.xml" Id="R8b5bc9a7636743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de65e101d410b" /><Relationship Type="http://schemas.openxmlformats.org/officeDocument/2006/relationships/image" Target="/ppt/media/image4.png" Id="R345bbf1852f14a87" /><Relationship Type="http://schemas.openxmlformats.org/officeDocument/2006/relationships/image" Target="/ppt/media/image5.png" Id="Rf4679521ff3a4a9b" /><Relationship Type="http://schemas.openxmlformats.org/officeDocument/2006/relationships/image" Target="/ppt/media/image6.png" Id="R3d8295cddf1744ad" /><Relationship Type="http://schemas.openxmlformats.org/officeDocument/2006/relationships/notesSlide" Target="/ppt/notesSlides/notesSlide3.xml" Id="R6cd95819104646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3036ccd83418a" /><Relationship Type="http://schemas.openxmlformats.org/officeDocument/2006/relationships/image" Target="/ppt/media/image7.png" Id="R965c098acb4b4db4" /><Relationship Type="http://schemas.openxmlformats.org/officeDocument/2006/relationships/image" Target="/ppt/media/image8.png" Id="R61ca4c3bdaf04946" /><Relationship Type="http://schemas.openxmlformats.org/officeDocument/2006/relationships/image" Target="/ppt/media/image9.png" Id="Rec5ca67bb7b84c99" /><Relationship Type="http://schemas.openxmlformats.org/officeDocument/2006/relationships/notesSlide" Target="/ppt/notesSlides/notesSlide4.xml" Id="Ra59a02b2d0ad43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578f1e8874e1b" /><Relationship Type="http://schemas.openxmlformats.org/officeDocument/2006/relationships/image" Target="/ppt/media/image10.png" Id="Rb372117770bb4d10" /><Relationship Type="http://schemas.openxmlformats.org/officeDocument/2006/relationships/image" Target="/ppt/media/image11.png" Id="Re64ee7fde3b64d87" /><Relationship Type="http://schemas.openxmlformats.org/officeDocument/2006/relationships/image" Target="/ppt/media/image12.png" Id="R97584db3aa3845e1" /><Relationship Type="http://schemas.openxmlformats.org/officeDocument/2006/relationships/notesSlide" Target="/ppt/notesSlides/notesSlide5.xml" Id="R7d2ae96c04554f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6aaceac6343a1" /><Relationship Type="http://schemas.openxmlformats.org/officeDocument/2006/relationships/image" Target="/ppt/media/image13.png" Id="R6dae1f9de55f4f86" /><Relationship Type="http://schemas.openxmlformats.org/officeDocument/2006/relationships/image" Target="/ppt/media/image14.png" Id="Rd665290512d54cf9" /><Relationship Type="http://schemas.openxmlformats.org/officeDocument/2006/relationships/image" Target="/ppt/media/image15.png" Id="R4dba85ddb3ad4a75" /><Relationship Type="http://schemas.openxmlformats.org/officeDocument/2006/relationships/notesSlide" Target="/ppt/notesSlides/notesSlide6.xml" Id="R8cef626efe9941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5d8d5a92405c" /><Relationship Type="http://schemas.openxmlformats.org/officeDocument/2006/relationships/image" Target="/ppt/media/image16.png" Id="Ra6d21d0c2d9c4176" /><Relationship Type="http://schemas.openxmlformats.org/officeDocument/2006/relationships/image" Target="/ppt/media/image17.png" Id="R98de6eb7da364eff" /><Relationship Type="http://schemas.openxmlformats.org/officeDocument/2006/relationships/image" Target="/ppt/media/image18.png" Id="R3e08822082dc464f" /><Relationship Type="http://schemas.openxmlformats.org/officeDocument/2006/relationships/notesSlide" Target="/ppt/notesSlides/notesSlide7.xml" Id="R2ac8eb3ab69b44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a2b4035da47d8" /><Relationship Type="http://schemas.openxmlformats.org/officeDocument/2006/relationships/image" Target="/ppt/media/image19.png" Id="R76c4833a8afb4a09" /><Relationship Type="http://schemas.openxmlformats.org/officeDocument/2006/relationships/image" Target="/ppt/media/image20.png" Id="Rbc7bcbb15dc442ef" /><Relationship Type="http://schemas.openxmlformats.org/officeDocument/2006/relationships/image" Target="/ppt/media/image21.png" Id="R20e7eac1a9884e1c" /><Relationship Type="http://schemas.openxmlformats.org/officeDocument/2006/relationships/notesSlide" Target="/ppt/notesSlides/notesSlide8.xml" Id="Rf9b4d71404644d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표지 상단">
            <a:extLst xmlns:a="http://schemas.openxmlformats.org/drawingml/2006/main">
              <a:ext uri="{FF2B5EF4-FFF2-40B4-BE49-F238E27FC236}">
                <a16:creationId xmlns:a16="http://schemas.microsoft.com/office/drawing/2014/main" id="{F702CDAA-818C-46AC-90B4-5CDC4029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표지 구분">
            <a:extLst xmlns:a="http://schemas.openxmlformats.org/drawingml/2006/main">
              <a:ext uri="{FF2B5EF4-FFF2-40B4-BE49-F238E27FC236}">
                <a16:creationId xmlns:a16="http://schemas.microsoft.com/office/drawing/2014/main" id="{9E259C50-9373-4CF7-969C-15106190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"/>
            <a:ext cx="1333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처음 만나는 부기</a:t>
            </a:r>
          </a:p>
        </p:txBody>
      </p:sp>
      <p:sp>
        <p:nvSpPr>
          <p:cNvPr id="3" name="표지 제목">
            <a:extLst xmlns:a="http://schemas.openxmlformats.org/drawingml/2006/main">
              <a:ext uri="{FF2B5EF4-FFF2-40B4-BE49-F238E27FC236}">
                <a16:creationId xmlns:a16="http://schemas.microsoft.com/office/drawing/2014/main" id="{D14230C9-C43C-4F1B-9907-D6371770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84772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부기와 함께</a:t>
            </a:r>
          </a:p>
          <a:p xmlns:a="http://schemas.openxmlformats.org/drawingml/2006/main">
            <a:pPr>
              <a:def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아침에 책 읽기</a:t>
            </a:r>
          </a:p>
        </p:txBody>
      </p:sp>
      <p:sp>
        <p:nvSpPr>
          <p:cNvPr id="4" name="표지 부제">
            <a:extLst xmlns:a="http://schemas.openxmlformats.org/drawingml/2006/main">
              <a:ext uri="{FF2B5EF4-FFF2-40B4-BE49-F238E27FC236}">
                <a16:creationId xmlns:a16="http://schemas.microsoft.com/office/drawing/2014/main" id="{5377FB4A-46DA-4F7A-A09C-E70F36AD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한 장면 읽고, 내 생각 한마디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9a8eabcf7484a"/>
          <a:stretch xmlns:a="http://schemas.openxmlformats.org/drawingml/2006/main"/>
        </p:blipFill>
        <p:spPr>
          <a:xfrm xmlns:a="http://schemas.openxmlformats.org/drawingml/2006/main">
            <a:off x="9911209" y="2038350"/>
            <a:ext cx="4275832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3D79BC60-2E87-489A-BD18-9ECE06E6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7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026B3B55-429C-42B3-BD3A-78A12DB4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오늘은 선생님 화면을 보며 함께 읽어요.</a:t>
            </a:r>
          </a:p>
        </p:txBody>
      </p:sp>
      <p:sp>
        <p:nvSpPr>
          <p:cNvPr id="8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A1902541-2584-409E-BD0F-72F6BD58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9025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7D8463D7-C059-45F9-9B53-9FCD32AC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C211BD74-D34A-4979-974A-C2F1B19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오늘은 한 장면만 함께 읽어요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0e86ab28348b9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013C35B3-4992-42E3-8126-B500F5F1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047750"/>
            <a:ext cx="94869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d0ff7f07a4cd2"/>
          <a:stretch xmlns:a="http://schemas.openxmlformats.org/drawingml/2006/main"/>
        </p:blipFill>
        <p:spPr>
          <a:xfrm xmlns:a="http://schemas.openxmlformats.org/drawingml/2006/main">
            <a:off x="2895600" y="1066800"/>
            <a:ext cx="9448800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B5F25005-414E-4DA7-B254-866C9ECB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717" y="1976543"/>
            <a:ext cx="5444278" cy="413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화살표 전체 0">
            <a:extLst xmlns:a="http://schemas.openxmlformats.org/drawingml/2006/main">
              <a:ext uri="{FF2B5EF4-FFF2-40B4-BE49-F238E27FC236}">
                <a16:creationId xmlns:a16="http://schemas.microsoft.com/office/drawing/2014/main" id="{F267E2B9-D245-44FF-B456-CB9437E4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442" y="3956791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8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024C5532-8D58-4E97-83F1-B9C2C4D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9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6F142570-2107-41B1-951D-5664734B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 화면을 보며 함께 읽어요.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오늘은 각자 로그인하지 않아도 괜찮아요.</a:t>
            </a:r>
          </a:p>
        </p:txBody>
      </p:sp>
      <p:sp>
        <p:nvSpPr>
          <p:cNvPr id="10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F2FD1224-C413-4B4E-B5DA-0C7689E4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10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E8D4A651-FA77-4C1D-B321-D0C70C21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2254DCBB-1774-4602-8232-856C45C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그림을 보고 이야기를 짐작해요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bbf1852f14a87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7B2B639C-D3C9-4F46-B9A6-0F735D8C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679521ff3a4a9b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CFA7C6B2-D422-4EB6-B075-4EDF4FBD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54225"/>
            <a:ext cx="2686050" cy="398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6E824AD6-49DF-4F31-B724-DD0D8BE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9854C556-62FA-4C3D-B96E-EA6EE273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147DF597-AA0D-46A6-91AB-001EBB0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710" y="1952625"/>
            <a:ext cx="3213829" cy="4486275"/>
          </a:xfrm>
          <a:prstGeom xmlns:a="http://schemas.openxmlformats.org/drawingml/2006/main" prst="roundRect">
            <a:avLst>
              <a:gd name="adj" fmla="val 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295cddf1744ad"/>
          <a:stretch xmlns:a="http://schemas.openxmlformats.org/drawingml/2006/main"/>
        </p:blipFill>
        <p:spPr>
          <a:xfrm xmlns:a="http://schemas.openxmlformats.org/drawingml/2006/main">
            <a:off x="10708910" y="2028825"/>
            <a:ext cx="3061429" cy="4333875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4C030399-573F-4269-AE64-FB568F1F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108" y="2220723"/>
            <a:ext cx="2665034" cy="395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753A7464-B81E-49D5-8DD9-AA4E6757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FA01B015-5B6E-491D-AEDF-281A6DFC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그림에 누가 보이나요?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어떤 일이 일어날지 짝에게 한마디 말해 봐요.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E4DA3A9A-B101-40FA-A5A3-D613445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81935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8C41A21F-51DB-499E-B35C-D6E3775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3DAA8923-4E01-4E98-9C1B-CF4AAF0A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 쪽씩 천천히 읽어요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c098acb4b4db4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B471D51D-25F7-4EEE-A7D5-3D30EC71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a4c3bdaf04946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FA6AA7E0-63B9-437D-8021-5EEFDBC7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9375" y="2816225"/>
            <a:ext cx="2343150" cy="231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강조 전체 1">
            <a:extLst xmlns:a="http://schemas.openxmlformats.org/drawingml/2006/main">
              <a:ext uri="{FF2B5EF4-FFF2-40B4-BE49-F238E27FC236}">
                <a16:creationId xmlns:a16="http://schemas.microsoft.com/office/drawing/2014/main" id="{86A22653-1CF1-4585-9D52-9C97A64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876675"/>
            <a:ext cx="37465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8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CE6767EA-0EBA-480F-8D37-B0819B05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9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3294F454-8E9F-4EE4-A14D-800D4910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10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2CD4B140-5F74-44AD-ABBC-406B8F1E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34029"/>
            <a:ext cx="4819650" cy="3923467"/>
          </a:xfrm>
          <a:prstGeom xmlns:a="http://schemas.openxmlformats.org/drawingml/2006/main" prst="roundRect">
            <a:avLst>
              <a:gd name="adj" fmla="val 1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ca67bb7b84c99"/>
          <a:stretch xmlns:a="http://schemas.openxmlformats.org/drawingml/2006/main"/>
        </p:blipFill>
        <p:spPr>
          <a:xfrm xmlns:a="http://schemas.openxmlformats.org/drawingml/2006/main">
            <a:off x="9906000" y="2310229"/>
            <a:ext cx="4667250" cy="3771067"/>
          </a:xfrm>
          <a:prstGeom xmlns:a="http://schemas.openxmlformats.org/drawingml/2006/main" prst="rect">
            <a:avLst/>
          </a:prstGeom>
        </p:spPr>
      </p:pic>
      <p:sp>
        <p:nvSpPr>
          <p:cNvPr id="12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AB058106-DC79-4F3F-963A-9FB6B11F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857" y="2592212"/>
            <a:ext cx="3251466" cy="320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3" name="강조 확대 1">
            <a:extLst xmlns:a="http://schemas.openxmlformats.org/drawingml/2006/main">
              <a:ext uri="{FF2B5EF4-FFF2-40B4-BE49-F238E27FC236}">
                <a16:creationId xmlns:a16="http://schemas.microsoft.com/office/drawing/2014/main" id="{3A2035A6-287A-4E12-BDBC-D46DFC3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1588" y="4074020"/>
            <a:ext cx="500805" cy="438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4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A7F16EA0-7D6F-4818-9D1E-254D89A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5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41F23E93-CEFA-4ECD-9D4A-04FC33A3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선생님이나 친구의 목소리를 들으며 읽어요.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다 읽으면 다음 쪽으로 함께 넘어가요.</a:t>
            </a:r>
          </a:p>
        </p:txBody>
      </p:sp>
      <p:sp>
        <p:nvSpPr>
          <p:cNvPr id="16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134FDE50-E095-4AC7-8837-DA386CF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23626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D0888D13-38A6-4172-88A0-3C872F74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669C3363-7020-4822-A5FA-82CE523C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모르는 낱말을 찾아요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2117770bb4d10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854928CB-4023-4412-B159-67263D12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ee7fde3b64d87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5D2071B4-FD9F-4F7A-BDAA-ADA8C7FA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768" y="3755430"/>
            <a:ext cx="290314" cy="31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25894331-ABBA-4A50-8A35-ED55A08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E8CFA40D-E716-423E-B542-C4BDCB76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EE02C2BF-5833-40CA-832E-8608CB07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7879" y="3071813"/>
            <a:ext cx="2223492" cy="2247900"/>
          </a:xfrm>
          <a:prstGeom xmlns:a="http://schemas.openxmlformats.org/drawingml/2006/main" prst="roundRect">
            <a:avLst>
              <a:gd name="adj" fmla="val 34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84db3aa3845e1"/>
          <a:stretch xmlns:a="http://schemas.openxmlformats.org/drawingml/2006/main"/>
        </p:blipFill>
        <p:spPr>
          <a:xfrm xmlns:a="http://schemas.openxmlformats.org/drawingml/2006/main">
            <a:off x="11204079" y="3150716"/>
            <a:ext cx="2071092" cy="2090093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1AB75F96-CC82-4EBF-A61E-B6FE6640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1304" y="3786188"/>
            <a:ext cx="756642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07642AC3-583F-44CB-8F42-E92306F9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4088858D-A50E-4B58-A8FC-FF73603B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밑줄 친 낱말을 찾아보세요.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뜻이 궁금한 낱말을 선생님께 말해 주세요.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DDDCEB4-21F5-4623-A77A-301871BD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95442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162ADC88-0F46-4C51-810A-C0C54B6C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BCD95466-2B73-41FC-A902-EED1E8E4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낱말의 뜻을 확인해요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e1f9de55f4f86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33D1183E-B531-4F1D-B3DA-DA1D56D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5290512d54cf9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98FDDF3A-DBF0-4970-A92C-9437473A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384550"/>
            <a:ext cx="133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593F7293-F465-460B-8976-DCE0925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3A1ADA00-0E9B-482F-B1BF-DE16619B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B2E3E0D8-AF9C-4522-BAE7-F829F4EE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03998"/>
            <a:ext cx="4819650" cy="1983529"/>
          </a:xfrm>
          <a:prstGeom xmlns:a="http://schemas.openxmlformats.org/drawingml/2006/main" prst="roundRect">
            <a:avLst>
              <a:gd name="adj" fmla="val 3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a85ddb3ad4a75"/>
          <a:stretch xmlns:a="http://schemas.openxmlformats.org/drawingml/2006/main"/>
        </p:blipFill>
        <p:spPr>
          <a:xfrm xmlns:a="http://schemas.openxmlformats.org/drawingml/2006/main">
            <a:off x="9906000" y="3284456"/>
            <a:ext cx="4667250" cy="1822612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C7493908-57B9-41FE-9284-571E3FE8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640" y="3847805"/>
            <a:ext cx="3497969" cy="695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834B6EA9-B7FD-41AF-8F2A-A7D9EFEE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D2725732-89AF-4A1D-B0B9-0228BCE6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낱말을 누르면 쉬운 뜻이 나타나요.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뜻을 알고 문장을 다시 읽어 봐요.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882AAF1F-1676-45A1-BF86-BEC597EB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460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73C6CE2E-47E0-4BF4-8CD0-69A7BF2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1DF1074E-783B-47DF-A8E9-26A39E99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마음에 남은 장면을 말해요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21d0c2d9c4176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72569D53-28C9-4CF3-B516-BBDC9475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e6eb7da364eff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B39376DD-BFA9-4D34-99EC-A563EEF1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54225"/>
            <a:ext cx="2686050" cy="398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19E132C6-DCDA-4976-9C50-AFE60DD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48B54422-73FF-40BB-B9B7-5252BE6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3FEB33A5-6F82-4538-9446-F58380F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710" y="1952625"/>
            <a:ext cx="3213829" cy="4486275"/>
          </a:xfrm>
          <a:prstGeom xmlns:a="http://schemas.openxmlformats.org/drawingml/2006/main" prst="roundRect">
            <a:avLst>
              <a:gd name="adj" fmla="val 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8822082dc464f"/>
          <a:stretch xmlns:a="http://schemas.openxmlformats.org/drawingml/2006/main"/>
        </p:blipFill>
        <p:spPr>
          <a:xfrm xmlns:a="http://schemas.openxmlformats.org/drawingml/2006/main">
            <a:off x="10708910" y="2028825"/>
            <a:ext cx="3061429" cy="4333875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37E1CC9C-5350-45E4-B4AB-28EE55AE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7108" y="2220723"/>
            <a:ext cx="2665034" cy="395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9318254F-418B-4FD0-8442-3A622E79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115CC71E-797C-41E2-94D4-8949F24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마음에 남은 장면 하나를 짝에게 말해요.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“나는 이 장면이 남았어. 왜냐하면 …”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BFEFE592-C0C3-4794-A40A-AAC14A3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0284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제목 배경">
            <a:extLst xmlns:a="http://schemas.openxmlformats.org/drawingml/2006/main">
              <a:ext uri="{FF2B5EF4-FFF2-40B4-BE49-F238E27FC236}">
                <a16:creationId xmlns:a16="http://schemas.microsoft.com/office/drawing/2014/main" id="{FE00E614-9DC2-433F-8AD7-40520A42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C3A"/>
          </a:solidFill>
          <a:ln xmlns:a="http://schemas.openxmlformats.org/drawingml/2006/main" w="0">
            <a:noFill/>
          </a:ln>
        </p:spPr>
      </p:sp>
      <p:sp>
        <p:nvSpPr>
          <p:cNvPr id="2" name="제목">
            <a:extLst xmlns:a="http://schemas.openxmlformats.org/drawingml/2006/main">
              <a:ext uri="{FF2B5EF4-FFF2-40B4-BE49-F238E27FC236}">
                <a16:creationId xmlns:a16="http://schemas.microsoft.com/office/drawing/2014/main" id="{32F22837-1B0B-4125-9E01-327CF4AB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"/>
            <a:ext cx="1323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오늘 읽기는 여기까지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4833a8afb4a09"/>
          <a:stretch xmlns:a="http://schemas.openxmlformats.org/drawingml/2006/main"/>
        </p:blipFill>
        <p:spPr>
          <a:xfrm xmlns:a="http://schemas.openxmlformats.org/drawingml/2006/main">
            <a:off x="14192250" y="115253"/>
            <a:ext cx="742950" cy="731520"/>
          </a:xfrm>
          <a:prstGeom xmlns:a="http://schemas.openxmlformats.org/drawingml/2006/main" prst="rect">
            <a:avLst/>
          </a:prstGeom>
        </p:spPr>
      </p:pic>
      <p:sp>
        <p:nvSpPr>
          <p:cNvPr id="4" name="화면 테두리">
            <a:extLst xmlns:a="http://schemas.openxmlformats.org/drawingml/2006/main">
              <a:ext uri="{FF2B5EF4-FFF2-40B4-BE49-F238E27FC236}">
                <a16:creationId xmlns:a16="http://schemas.microsoft.com/office/drawing/2014/main" id="{CF0C7006-CFAF-4188-AA7F-9FD8FA8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43000"/>
            <a:ext cx="91821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CC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bcbb15dc442ef"/>
          <a:stretch xmlns:a="http://schemas.openxmlformats.org/drawingml/2006/main"/>
        </p:blipFill>
        <p:spPr>
          <a:xfrm xmlns:a="http://schemas.openxmlformats.org/drawingml/2006/main">
            <a:off x="438150" y="1162050"/>
            <a:ext cx="9144000" cy="5715000"/>
          </a:xfrm>
          <a:prstGeom xmlns:a="http://schemas.openxmlformats.org/drawingml/2006/main" prst="rect">
            <a:avLst/>
          </a:prstGeom>
        </p:spPr>
      </p:pic>
      <p:sp>
        <p:nvSpPr>
          <p:cNvPr id="6" name="강조 전체 0">
            <a:extLst xmlns:a="http://schemas.openxmlformats.org/drawingml/2006/main">
              <a:ext uri="{FF2B5EF4-FFF2-40B4-BE49-F238E27FC236}">
                <a16:creationId xmlns:a16="http://schemas.microsoft.com/office/drawing/2014/main" id="{D15F13E5-D610-473E-80D3-CA409AC0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99175"/>
            <a:ext cx="38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7" name="확대 안내">
            <a:extLst xmlns:a="http://schemas.openxmlformats.org/drawingml/2006/main">
              <a:ext uri="{FF2B5EF4-FFF2-40B4-BE49-F238E27FC236}">
                <a16:creationId xmlns:a16="http://schemas.microsoft.com/office/drawing/2014/main" id="{C4C45007-9C5B-4945-BF3E-DDFB854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04925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여기를 봐요</a:t>
            </a:r>
          </a:p>
        </p:txBody>
      </p:sp>
      <p:sp>
        <p:nvSpPr>
          <p:cNvPr id="8" name="확대 연결 화살표">
            <a:extLst xmlns:a="http://schemas.openxmlformats.org/drawingml/2006/main">
              <a:ext uri="{FF2B5EF4-FFF2-40B4-BE49-F238E27FC236}">
                <a16:creationId xmlns:a16="http://schemas.microsoft.com/office/drawing/2014/main" id="{B239E923-73D9-48BD-9B2A-AA454FF0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114800"/>
            <a:ext cx="228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E2836"/>
          </a:solidFill>
          <a:ln xmlns:a="http://schemas.openxmlformats.org/drawingml/2006/main" w="0">
            <a:noFill/>
          </a:ln>
        </p:spPr>
      </p:sp>
      <p:sp>
        <p:nvSpPr>
          <p:cNvPr id="9" name="확대 화면 테두리">
            <a:extLst xmlns:a="http://schemas.openxmlformats.org/drawingml/2006/main">
              <a:ext uri="{FF2B5EF4-FFF2-40B4-BE49-F238E27FC236}">
                <a16:creationId xmlns:a16="http://schemas.microsoft.com/office/drawing/2014/main" id="{27DEB486-F086-4593-BCBF-1EB5901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3224213"/>
            <a:ext cx="25146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C9674"/>
            </a:solidFill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7eac1a9884e1c"/>
          <a:stretch xmlns:a="http://schemas.openxmlformats.org/drawingml/2006/main"/>
        </p:blipFill>
        <p:spPr>
          <a:xfrm xmlns:a="http://schemas.openxmlformats.org/drawingml/2006/main">
            <a:off x="11058525" y="3300413"/>
            <a:ext cx="2362200" cy="1790700"/>
          </a:xfrm>
          <a:prstGeom xmlns:a="http://schemas.openxmlformats.org/drawingml/2006/main" prst="rect">
            <a:avLst/>
          </a:prstGeom>
        </p:spPr>
      </p:pic>
      <p:sp>
        <p:nvSpPr>
          <p:cNvPr id="11" name="강조 확대 0">
            <a:extLst xmlns:a="http://schemas.openxmlformats.org/drawingml/2006/main">
              <a:ext uri="{FF2B5EF4-FFF2-40B4-BE49-F238E27FC236}">
                <a16:creationId xmlns:a16="http://schemas.microsoft.com/office/drawing/2014/main" id="{209DD477-D1D3-4FD2-94C9-AF705F31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938588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E2836"/>
            </a:solidFill>
          </a:ln>
        </p:spPr>
      </p:sp>
      <p:sp>
        <p:nvSpPr>
          <p:cNvPr id="12" name="설명 상자">
            <a:extLst xmlns:a="http://schemas.openxmlformats.org/drawingml/2006/main">
              <a:ext uri="{FF2B5EF4-FFF2-40B4-BE49-F238E27FC236}">
                <a16:creationId xmlns:a16="http://schemas.microsoft.com/office/drawing/2014/main" id="{3323D81E-295B-4981-9541-C8823354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81850"/>
            <a:ext cx="14478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C9674"/>
            </a:solidFill>
          </a:ln>
        </p:spPr>
      </p:sp>
      <p:sp>
        <p:nvSpPr>
          <p:cNvPr id="13" name="학생 설명">
            <a:extLst xmlns:a="http://schemas.openxmlformats.org/drawingml/2006/main">
              <a:ext uri="{FF2B5EF4-FFF2-40B4-BE49-F238E27FC236}">
                <a16:creationId xmlns:a16="http://schemas.microsoft.com/office/drawing/2014/main" id="{A79062C4-3BD6-4037-B10D-02DEF915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96150"/>
            <a:ext cx="1390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친구의 생각을 듣고, 나와 같은 점이나 다른 점을 찾아요.</a:t>
            </a:r>
          </a:p>
          <a:p xmlns:a="http://schemas.openxmlformats.org/drawingml/2006/main">
            <a:pPr>
              <a:def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244C3A"/>
                </a:solidFill>
                <a:latin typeface="Malgun Gothic"/>
                <a:ea typeface="Malgun Gothic"/>
                <a:cs typeface="Malgun Gothic"/>
              </a:rPr>
              <a:t>다음 시간에는 이어지는 이야기를 함께 읽어요.</a:t>
            </a:r>
          </a:p>
        </p:txBody>
      </p:sp>
      <p:sp>
        <p:nvSpPr>
          <p:cNvPr id="14" name="슬라이드 번호">
            <a:extLst xmlns:a="http://schemas.openxmlformats.org/drawingml/2006/main">
              <a:ext uri="{FF2B5EF4-FFF2-40B4-BE49-F238E27FC236}">
                <a16:creationId xmlns:a16="http://schemas.microsoft.com/office/drawing/2014/main" id="{77C54007-9B78-465A-B937-78763A74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6772275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47364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761831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2026-09-20T10:50:13.6060000Z</dcterms:created>
  <dcterms:modified xsi:type="dcterms:W3CDTF">2026-09-20T10:50:13.6060000Z</dcterms:modified>
</coreProperties>
</file>