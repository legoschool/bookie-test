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44ef8ddcf348a4" /><Relationship Type="http://schemas.openxmlformats.org/officeDocument/2006/relationships/extended-properties" Target="/docProps/app.xml" Id="R7a897f222f3c49b6" /><Relationship Type="http://schemas.openxmlformats.org/officeDocument/2006/relationships/officeDocument" Target="/ppt/presentation.xml" Id="R29aa40f9b2d144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1bb1d9e9564e6d"/>
  </p:sldMasterIdLst>
  <p:notesMasterIdLst>
    <p:notesMasterId xmlns:r="http://schemas.openxmlformats.org/officeDocument/2006/relationships" r:id="Rfc98958f23e34cd0"/>
  </p:notesMasterIdLst>
  <p:sldIdLst>
    <p:sldId xmlns:r="http://schemas.openxmlformats.org/officeDocument/2006/relationships" id="256" r:id="R078173b3a2274460"/>
    <p:sldId xmlns:r="http://schemas.openxmlformats.org/officeDocument/2006/relationships" id="257" r:id="Ra9070be9845f43fb"/>
    <p:sldId xmlns:r="http://schemas.openxmlformats.org/officeDocument/2006/relationships" id="258" r:id="R77b9f391f51644be"/>
    <p:sldId xmlns:r="http://schemas.openxmlformats.org/officeDocument/2006/relationships" id="259" r:id="Rcbff4b02703c433d"/>
    <p:sldId xmlns:r="http://schemas.openxmlformats.org/officeDocument/2006/relationships" id="260" r:id="Ra56ca472883d41e8"/>
    <p:sldId xmlns:r="http://schemas.openxmlformats.org/officeDocument/2006/relationships" id="261" r:id="R883c95665ab64bd1"/>
    <p:sldId xmlns:r="http://schemas.openxmlformats.org/officeDocument/2006/relationships" id="262" r:id="Rafbc64a4e093427d"/>
    <p:sldId xmlns:r="http://schemas.openxmlformats.org/officeDocument/2006/relationships" id="263" r:id="R7eacb5d3c4bd48fb"/>
    <p:sldId xmlns:r="http://schemas.openxmlformats.org/officeDocument/2006/relationships" id="264" r:id="Re66fcb26d54d4521"/>
    <p:sldId xmlns:r="http://schemas.openxmlformats.org/officeDocument/2006/relationships" id="265" r:id="Ra7a7c3b0fb8f41fa"/>
    <p:sldId xmlns:r="http://schemas.openxmlformats.org/officeDocument/2006/relationships" id="266" r:id="Ra8458f2633ff4055"/>
    <p:sldId xmlns:r="http://schemas.openxmlformats.org/officeDocument/2006/relationships" id="267" r:id="Ra4932bbb10784396"/>
    <p:sldId xmlns:r="http://schemas.openxmlformats.org/officeDocument/2006/relationships" id="268" r:id="R21323e93c9134f66"/>
    <p:sldId xmlns:r="http://schemas.openxmlformats.org/officeDocument/2006/relationships" id="269" r:id="Reb4c763df8bf46f2"/>
    <p:sldId xmlns:r="http://schemas.openxmlformats.org/officeDocument/2006/relationships" id="270" r:id="Ra15d1a07b4a64eef"/>
    <p:sldId xmlns:r="http://schemas.openxmlformats.org/officeDocument/2006/relationships" id="271" r:id="Rb054d2f250844ad8"/>
    <p:sldId xmlns:r="http://schemas.openxmlformats.org/officeDocument/2006/relationships" id="272" r:id="R96219a5739114ab4"/>
    <p:sldId xmlns:r="http://schemas.openxmlformats.org/officeDocument/2006/relationships" id="273" r:id="Re8abef6f521f46cc"/>
    <p:sldId xmlns:r="http://schemas.openxmlformats.org/officeDocument/2006/relationships" id="274" r:id="Rd19fd653381f40ad"/>
    <p:sldId xmlns:r="http://schemas.openxmlformats.org/officeDocument/2006/relationships" id="275" r:id="Rfef2b7d4624b4a4c"/>
    <p:sldId xmlns:r="http://schemas.openxmlformats.org/officeDocument/2006/relationships" id="276" r:id="R2a856ec8afa74aa8"/>
    <p:sldId xmlns:r="http://schemas.openxmlformats.org/officeDocument/2006/relationships" id="277" r:id="R53b177bf356e4f5f"/>
    <p:sldId xmlns:r="http://schemas.openxmlformats.org/officeDocument/2006/relationships" id="278" r:id="Rb7feba85ca254539"/>
    <p:sldId xmlns:r="http://schemas.openxmlformats.org/officeDocument/2006/relationships" id="279" r:id="Rdff182747ead4264"/>
    <p:sldId xmlns:r="http://schemas.openxmlformats.org/officeDocument/2006/relationships" id="280" r:id="R9b7f562e5dc54788"/>
    <p:sldId xmlns:r="http://schemas.openxmlformats.org/officeDocument/2006/relationships" id="281" r:id="Rf53a82430d8b4dc7"/>
    <p:sldId xmlns:r="http://schemas.openxmlformats.org/officeDocument/2006/relationships" id="282" r:id="Rdd46d24de82b4091"/>
    <p:sldId xmlns:r="http://schemas.openxmlformats.org/officeDocument/2006/relationships" id="283" r:id="R23e7047622fc422f"/>
    <p:sldId xmlns:r="http://schemas.openxmlformats.org/officeDocument/2006/relationships" id="284" r:id="Re15ae0b21dbf4ab9"/>
    <p:sldId xmlns:r="http://schemas.openxmlformats.org/officeDocument/2006/relationships" id="285" r:id="R529a1e43a5354ad6"/>
    <p:sldId xmlns:r="http://schemas.openxmlformats.org/officeDocument/2006/relationships" id="286" r:id="R49f9bb8a31bc41b2"/>
    <p:sldId xmlns:r="http://schemas.openxmlformats.org/officeDocument/2006/relationships" id="287" r:id="R151f0236179d4491"/>
    <p:sldId xmlns:r="http://schemas.openxmlformats.org/officeDocument/2006/relationships" id="288" r:id="Rdd652684bf2649d3"/>
    <p:sldId xmlns:r="http://schemas.openxmlformats.org/officeDocument/2006/relationships" id="289" r:id="R115e81de9c4c47c0"/>
    <p:sldId xmlns:r="http://schemas.openxmlformats.org/officeDocument/2006/relationships" id="290" r:id="R9a624dcb16864821"/>
    <p:sldId xmlns:r="http://schemas.openxmlformats.org/officeDocument/2006/relationships" id="291" r:id="R61ead1c7f6304fcf"/>
    <p:sldId xmlns:r="http://schemas.openxmlformats.org/officeDocument/2006/relationships" id="292" r:id="R65340bdf95854a3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589ca1e2c14137" /><Relationship Type="http://schemas.openxmlformats.org/officeDocument/2006/relationships/slideMaster" Target="/ppt/slideMasters/slideMaster1.xml" Id="R301bb1d9e9564e6d" /><Relationship Type="http://schemas.openxmlformats.org/officeDocument/2006/relationships/notesMaster" Target="/ppt/notesMasters/notesMaster1.xml" Id="Rfc98958f23e34cd0" /><Relationship Type="http://schemas.openxmlformats.org/officeDocument/2006/relationships/presProps" Target="/ppt/presProps.xml" Id="R18970a1c36c542f0" /><Relationship Type="http://schemas.openxmlformats.org/officeDocument/2006/relationships/tableStyles" Target="/ppt/tableStyles.xml" Id="Rfc67bd4a78cb48b1" /><Relationship Type="http://schemas.openxmlformats.org/officeDocument/2006/relationships/slide" Target="/ppt/slides/slide1.xml" Id="R078173b3a2274460" /><Relationship Type="http://schemas.openxmlformats.org/officeDocument/2006/relationships/slide" Target="/ppt/slides/slide2.xml" Id="Ra9070be9845f43fb" /><Relationship Type="http://schemas.openxmlformats.org/officeDocument/2006/relationships/slide" Target="/ppt/slides/slide3.xml" Id="R77b9f391f51644be" /><Relationship Type="http://schemas.openxmlformats.org/officeDocument/2006/relationships/slide" Target="/ppt/slides/slide4.xml" Id="Rcbff4b02703c433d" /><Relationship Type="http://schemas.openxmlformats.org/officeDocument/2006/relationships/slide" Target="/ppt/slides/slide5.xml" Id="Ra56ca472883d41e8" /><Relationship Type="http://schemas.openxmlformats.org/officeDocument/2006/relationships/slide" Target="/ppt/slides/slide6.xml" Id="R883c95665ab64bd1" /><Relationship Type="http://schemas.openxmlformats.org/officeDocument/2006/relationships/slide" Target="/ppt/slides/slide7.xml" Id="Rafbc64a4e093427d" /><Relationship Type="http://schemas.openxmlformats.org/officeDocument/2006/relationships/slide" Target="/ppt/slides/slide8.xml" Id="R7eacb5d3c4bd48fb" /><Relationship Type="http://schemas.openxmlformats.org/officeDocument/2006/relationships/slide" Target="/ppt/slides/slide9.xml" Id="Re66fcb26d54d4521" /><Relationship Type="http://schemas.openxmlformats.org/officeDocument/2006/relationships/slide" Target="/ppt/slides/slide10.xml" Id="Ra7a7c3b0fb8f41fa" /><Relationship Type="http://schemas.openxmlformats.org/officeDocument/2006/relationships/slide" Target="/ppt/slides/slide11.xml" Id="Ra8458f2633ff4055" /><Relationship Type="http://schemas.openxmlformats.org/officeDocument/2006/relationships/slide" Target="/ppt/slides/slide12.xml" Id="Ra4932bbb10784396" /><Relationship Type="http://schemas.openxmlformats.org/officeDocument/2006/relationships/slide" Target="/ppt/slides/slide13.xml" Id="R21323e93c9134f66" /><Relationship Type="http://schemas.openxmlformats.org/officeDocument/2006/relationships/slide" Target="/ppt/slides/slide14.xml" Id="Reb4c763df8bf46f2" /><Relationship Type="http://schemas.openxmlformats.org/officeDocument/2006/relationships/slide" Target="/ppt/slides/slide15.xml" Id="Ra15d1a07b4a64eef" /><Relationship Type="http://schemas.openxmlformats.org/officeDocument/2006/relationships/slide" Target="/ppt/slides/slide16.xml" Id="Rb054d2f250844ad8" /><Relationship Type="http://schemas.openxmlformats.org/officeDocument/2006/relationships/slide" Target="/ppt/slides/slide17.xml" Id="R96219a5739114ab4" /><Relationship Type="http://schemas.openxmlformats.org/officeDocument/2006/relationships/slide" Target="/ppt/slides/slide18.xml" Id="Re8abef6f521f46cc" /><Relationship Type="http://schemas.openxmlformats.org/officeDocument/2006/relationships/slide" Target="/ppt/slides/slide19.xml" Id="Rd19fd653381f40ad" /><Relationship Type="http://schemas.openxmlformats.org/officeDocument/2006/relationships/slide" Target="/ppt/slides/slide20.xml" Id="Rfef2b7d4624b4a4c" /><Relationship Type="http://schemas.openxmlformats.org/officeDocument/2006/relationships/slide" Target="/ppt/slides/slide21.xml" Id="R2a856ec8afa74aa8" /><Relationship Type="http://schemas.openxmlformats.org/officeDocument/2006/relationships/slide" Target="/ppt/slides/slide22.xml" Id="R53b177bf356e4f5f" /><Relationship Type="http://schemas.openxmlformats.org/officeDocument/2006/relationships/slide" Target="/ppt/slides/slide23.xml" Id="Rb7feba85ca254539" /><Relationship Type="http://schemas.openxmlformats.org/officeDocument/2006/relationships/slide" Target="/ppt/slides/slide24.xml" Id="Rdff182747ead4264" /><Relationship Type="http://schemas.openxmlformats.org/officeDocument/2006/relationships/slide" Target="/ppt/slides/slide25.xml" Id="R9b7f562e5dc54788" /><Relationship Type="http://schemas.openxmlformats.org/officeDocument/2006/relationships/slide" Target="/ppt/slides/slide26.xml" Id="Rf53a82430d8b4dc7" /><Relationship Type="http://schemas.openxmlformats.org/officeDocument/2006/relationships/slide" Target="/ppt/slides/slide27.xml" Id="Rdd46d24de82b4091" /><Relationship Type="http://schemas.openxmlformats.org/officeDocument/2006/relationships/slide" Target="/ppt/slides/slide28.xml" Id="R23e7047622fc422f" /><Relationship Type="http://schemas.openxmlformats.org/officeDocument/2006/relationships/slide" Target="/ppt/slides/slide29.xml" Id="Re15ae0b21dbf4ab9" /><Relationship Type="http://schemas.openxmlformats.org/officeDocument/2006/relationships/slide" Target="/ppt/slides/slide30.xml" Id="R529a1e43a5354ad6" /><Relationship Type="http://schemas.openxmlformats.org/officeDocument/2006/relationships/slide" Target="/ppt/slides/slide31.xml" Id="R49f9bb8a31bc41b2" /><Relationship Type="http://schemas.openxmlformats.org/officeDocument/2006/relationships/slide" Target="/ppt/slides/slide32.xml" Id="R151f0236179d4491" /><Relationship Type="http://schemas.openxmlformats.org/officeDocument/2006/relationships/slide" Target="/ppt/slides/slide33.xml" Id="Rdd652684bf2649d3" /><Relationship Type="http://schemas.openxmlformats.org/officeDocument/2006/relationships/slide" Target="/ppt/slides/slide34.xml" Id="R115e81de9c4c47c0" /><Relationship Type="http://schemas.openxmlformats.org/officeDocument/2006/relationships/slide" Target="/ppt/slides/slide35.xml" Id="R9a624dcb16864821" /><Relationship Type="http://schemas.openxmlformats.org/officeDocument/2006/relationships/slide" Target="/ppt/slides/slide36.xml" Id="R61ead1c7f6304fcf" /><Relationship Type="http://schemas.openxmlformats.org/officeDocument/2006/relationships/slide" Target="/ppt/slides/slide37.xml" Id="R65340bdf95854a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e2d48c85cf47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420fd235fb4f5f" /><Relationship Type="http://schemas.openxmlformats.org/officeDocument/2006/relationships/notesMaster" Target="/ppt/notesMasters/notesMaster1.xml" Id="Ra2fd76a189534f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75d76870454504" /><Relationship Type="http://schemas.openxmlformats.org/officeDocument/2006/relationships/notesMaster" Target="/ppt/notesMasters/notesMaster1.xml" Id="Rb5951c8aebd348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bab20b569b44e2" /><Relationship Type="http://schemas.openxmlformats.org/officeDocument/2006/relationships/notesMaster" Target="/ppt/notesMasters/notesMaster1.xml" Id="R58d01707a87743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2823301a504a10" /><Relationship Type="http://schemas.openxmlformats.org/officeDocument/2006/relationships/notesMaster" Target="/ppt/notesMasters/notesMaster1.xml" Id="Rff6e51b01c7c40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f3957c5b56480a" /><Relationship Type="http://schemas.openxmlformats.org/officeDocument/2006/relationships/notesMaster" Target="/ppt/notesMasters/notesMaster1.xml" Id="Rca4dbcdb211d4a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87401dbcb44e4c" /><Relationship Type="http://schemas.openxmlformats.org/officeDocument/2006/relationships/notesMaster" Target="/ppt/notesMasters/notesMaster1.xml" Id="Rc065aa46388541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bbe349004f4705" /><Relationship Type="http://schemas.openxmlformats.org/officeDocument/2006/relationships/notesMaster" Target="/ppt/notesMasters/notesMaster1.xml" Id="Raf0de46c54ad4f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a53486c7e84eea" /><Relationship Type="http://schemas.openxmlformats.org/officeDocument/2006/relationships/notesMaster" Target="/ppt/notesMasters/notesMaster1.xml" Id="Rd0deeaa2890345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0a6342cd8d4cfa" /><Relationship Type="http://schemas.openxmlformats.org/officeDocument/2006/relationships/notesMaster" Target="/ppt/notesMasters/notesMaster1.xml" Id="R38b324e2434e48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2b924e3439420a" /><Relationship Type="http://schemas.openxmlformats.org/officeDocument/2006/relationships/notesMaster" Target="/ppt/notesMasters/notesMaster1.xml" Id="R90e9f0898a4746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1ad67ea5784401" /><Relationship Type="http://schemas.openxmlformats.org/officeDocument/2006/relationships/notesMaster" Target="/ppt/notesMasters/notesMaster1.xml" Id="R68e61f9df4d54c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4e829383a14f42" /><Relationship Type="http://schemas.openxmlformats.org/officeDocument/2006/relationships/notesMaster" Target="/ppt/notesMasters/notesMaster1.xml" Id="Rc9f7db68d37544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f36423276a4cfd" /><Relationship Type="http://schemas.openxmlformats.org/officeDocument/2006/relationships/notesMaster" Target="/ppt/notesMasters/notesMaster1.xml" Id="R4e6aa742847c4e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1fb80146dc4ef8" /><Relationship Type="http://schemas.openxmlformats.org/officeDocument/2006/relationships/notesMaster" Target="/ppt/notesMasters/notesMaster1.xml" Id="R936f8c65c3ba4f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b75f45855d4bc9" /><Relationship Type="http://schemas.openxmlformats.org/officeDocument/2006/relationships/notesMaster" Target="/ppt/notesMasters/notesMaster1.xml" Id="R52eebd46095246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75aa9ab80941a3" /><Relationship Type="http://schemas.openxmlformats.org/officeDocument/2006/relationships/notesMaster" Target="/ppt/notesMasters/notesMaster1.xml" Id="R8a7b64ee388140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da3be3a2434fc1" /><Relationship Type="http://schemas.openxmlformats.org/officeDocument/2006/relationships/notesMaster" Target="/ppt/notesMasters/notesMaster1.xml" Id="Rce6ebf55058448b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87fa6b42174f03" /><Relationship Type="http://schemas.openxmlformats.org/officeDocument/2006/relationships/notesMaster" Target="/ppt/notesMasters/notesMaster1.xml" Id="R463d73eb4c6746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e55b8e56fa464b" /><Relationship Type="http://schemas.openxmlformats.org/officeDocument/2006/relationships/notesMaster" Target="/ppt/notesMasters/notesMaster1.xml" Id="R2af33ee217d34b4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b808c5184e741c1" /><Relationship Type="http://schemas.openxmlformats.org/officeDocument/2006/relationships/notesMaster" Target="/ppt/notesMasters/notesMaster1.xml" Id="R4d32218446474c0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64407cf93f84fe9" /><Relationship Type="http://schemas.openxmlformats.org/officeDocument/2006/relationships/notesMaster" Target="/ppt/notesMasters/notesMaster1.xml" Id="R9172a284320b493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62fdaa7e1584fde" /><Relationship Type="http://schemas.openxmlformats.org/officeDocument/2006/relationships/notesMaster" Target="/ppt/notesMasters/notesMaster1.xml" Id="R78edde8a9ca8405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b1db50491d54558" /><Relationship Type="http://schemas.openxmlformats.org/officeDocument/2006/relationships/notesMaster" Target="/ppt/notesMasters/notesMaster1.xml" Id="R314e647884b74cd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07dacb2fc04686" /><Relationship Type="http://schemas.openxmlformats.org/officeDocument/2006/relationships/notesMaster" Target="/ppt/notesMasters/notesMaster1.xml" Id="R08c82c0a950f4d7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b1b10d707d14aaa" /><Relationship Type="http://schemas.openxmlformats.org/officeDocument/2006/relationships/notesMaster" Target="/ppt/notesMasters/notesMaster1.xml" Id="R8bacac34c20246c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f63799f9e594390" /><Relationship Type="http://schemas.openxmlformats.org/officeDocument/2006/relationships/notesMaster" Target="/ppt/notesMasters/notesMaster1.xml" Id="R1fa5a5c0999041f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baf6945c35a42f8" /><Relationship Type="http://schemas.openxmlformats.org/officeDocument/2006/relationships/notesMaster" Target="/ppt/notesMasters/notesMaster1.xml" Id="R190bfd58a25642e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c9b5bae66f549e2" /><Relationship Type="http://schemas.openxmlformats.org/officeDocument/2006/relationships/notesMaster" Target="/ppt/notesMasters/notesMaster1.xml" Id="Rf1ac8c3a4aa3485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5f4afbdec334d24" /><Relationship Type="http://schemas.openxmlformats.org/officeDocument/2006/relationships/notesMaster" Target="/ppt/notesMasters/notesMaster1.xml" Id="Rb444af36858f40b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bce49d7c22640c0" /><Relationship Type="http://schemas.openxmlformats.org/officeDocument/2006/relationships/notesMaster" Target="/ppt/notesMasters/notesMaster1.xml" Id="Rcfff79d5cb4741e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74867e5424441dc" /><Relationship Type="http://schemas.openxmlformats.org/officeDocument/2006/relationships/notesMaster" Target="/ppt/notesMasters/notesMaster1.xml" Id="Rc48ac73d1bde4cb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a177db76f024c14" /><Relationship Type="http://schemas.openxmlformats.org/officeDocument/2006/relationships/notesMaster" Target="/ppt/notesMasters/notesMaster1.xml" Id="R2a0a65299b49458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80a27cd9fef4e5b" /><Relationship Type="http://schemas.openxmlformats.org/officeDocument/2006/relationships/notesMaster" Target="/ppt/notesMasters/notesMaster1.xml" Id="R03717135ef12486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e8a88f983504792" /><Relationship Type="http://schemas.openxmlformats.org/officeDocument/2006/relationships/notesMaster" Target="/ppt/notesMasters/notesMaster1.xml" Id="Rc83d71d3eb7741b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164897bb6ab499b" /><Relationship Type="http://schemas.openxmlformats.org/officeDocument/2006/relationships/notesMaster" Target="/ppt/notesMasters/notesMaster1.xml" Id="R79f8828195714e8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506184e18334352" /><Relationship Type="http://schemas.openxmlformats.org/officeDocument/2006/relationships/notesMaster" Target="/ppt/notesMasters/notesMaster1.xml" Id="Ra477e559c757423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1c273dd00044f22" /><Relationship Type="http://schemas.openxmlformats.org/officeDocument/2006/relationships/notesMaster" Target="/ppt/notesMasters/notesMaster1.xml" Id="Rb727a70327be4a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부기 공식 캐릭터 출처: https://bookie.io.kr/teacher/assets/bookie-kids-cut.png?v=b3 ; 확인 2026-09-20. 전체 내용을 한꺼번에 설명하지 않고 오늘 필요한 활동 부분만 선택합니다.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접속하기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>학생 접속 주소: https://bookie.io.kr/teacher/#/student/join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접속하기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>공용 기기는 로그인 유지하기를 사용하지 않도록 안내합니다. 예시에는 계정 정보를 넣지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접속하기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>안내체험은 안내 자료 제작용 가상 학생입니다.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책 읽기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책 읽기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책 읽기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책 읽기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책에 따라 글 길이 선택 등 제공되는 기능이 다릅니다. 토끼와 거북이 읽기 화면의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책 읽기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예시 책의 마지막 5/5쪽입니다. 중간까지 읽은 것을 완독으로 표시하지 않도록 안내합니다.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수업 참여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수업 참여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>배포된 차시에 따라 버튼과 오늘 할 일의 내용이 달라집니다. 오늘 수업에 필요할 때만 보여 주세요.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활동 카드 제출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활동 카드 제출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활동 카드 제출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활동 카드 제출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활동 카드 제출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인물과 대화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마음 짐작하기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지도안의 마음 짐작하기 체험 화면입니다. 앞 장의 인물과 대화와는 별도 활동입니다. 수업에서 이 도구를 사용하는 날에만 안내하세요. 이름·연락처·비밀번호를 대화에 쓰지 않도록 안내합니다.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독후 퀴즈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책의 독후 활동에서 퀴즈를 엽니다. 표시한 영역은 보기와 확인 버튼이며 정답 표시가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문장 옮겨쓰기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책의 독후 활동에서 문장 옮겨쓰기 탭을 선택합니다.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문장 옮겨쓰기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독후감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책의 독후 활동에서 독후감 탭을 선택합니다.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독후감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제출한 독후감은 전시장에 작품으로 올라갑니다. 공개할 수 있는 자신의 글만 올리도록 안내합니다.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그림으로 표현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색과 굵기도 선택할 수 있습니다. 선생님이 그림 활동을 안내한 날에 사용하세요.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그림으로 표현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체험 화면의 간단한 선은 조작 예시이며 실제 학생 작품이 아닙니다. 전시장에 게시하지 않은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종이 작품 올리기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얼굴이나 다른 학생의 이름이 나오지 않게 촬영하도록 안내합니다. 실제 파일 업로드는 실행하지 않은 화면입니다.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친구 작품 감상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다른 학생의 이름은 가렸습니다. 학생의 생각을 비교하거나 서열화하는 용도로 쓰지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마음 일기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마음 일기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어휘력 진단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어휘력 진단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정답을 알려 주기 위한 화면이 아닙니다. 보기 전체를 동일하게 표시합니다. 체험에서 문항에 답하거나 진단 결과를 저장하지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읽은 기록 보기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읽은 기록 보기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읽은 기록 보기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다음 책 고르기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선택 활동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읽기와 오늘 활동을 마친 뒤, 교사가 허용한 시간에 사용하는 선택 활동입니다. 구매를 안내하는 슬라이드가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사용 마치기</a:t>
            </a:r>
          </a:p>
          <a:p xmlns:a="http://schemas.openxmlformats.org/drawingml/2006/main">
            <a:r>
              <a:t>출처: https://bookie.io.kr/teacher/ ; 화면 확인 2026-09-20. 가상 학생 안내체험 또는 공개 학생 접속 화면.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834b23cdf4a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6725758a344bf5" /><Relationship Type="http://schemas.openxmlformats.org/officeDocument/2006/relationships/slideLayout" Target="/ppt/slideLayouts/slideLayout1.xml" Id="R8f7ca2446fe04a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7ca2446fe04a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e4124ade0486d" /><Relationship Type="http://schemas.openxmlformats.org/officeDocument/2006/relationships/image" Target="/ppt/media/image.png" Id="R8667bd6265004f84" /><Relationship Type="http://schemas.openxmlformats.org/officeDocument/2006/relationships/notesSlide" Target="/ppt/notesSlides/notesSlide1.xml" Id="R06c49461602646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2f2e3d56d424c" /><Relationship Type="http://schemas.openxmlformats.org/officeDocument/2006/relationships/image" Target="/ppt/media/image2.png" Id="Rfc133288540b49ae" /><Relationship Type="http://schemas.openxmlformats.org/officeDocument/2006/relationships/image" Target="/ppt/media/image3.png" Id="Ra0757bda974449f8" /><Relationship Type="http://schemas.openxmlformats.org/officeDocument/2006/relationships/image" Target="/ppt/media/image4.png" Id="R4b3a6dcd9ae74b61" /><Relationship Type="http://schemas.openxmlformats.org/officeDocument/2006/relationships/notesSlide" Target="/ppt/notesSlides/notesSlide2.xml" Id="Ra67760c622474f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1139c06654cb4" /><Relationship Type="http://schemas.openxmlformats.org/officeDocument/2006/relationships/image" Target="/ppt/media/image5.png" Id="R619fe500d31b4cec" /><Relationship Type="http://schemas.openxmlformats.org/officeDocument/2006/relationships/image" Target="/ppt/media/image6.png" Id="R635a8395ab134d46" /><Relationship Type="http://schemas.openxmlformats.org/officeDocument/2006/relationships/image" Target="/ppt/media/image7.png" Id="R826a4ccd953545ea" /><Relationship Type="http://schemas.openxmlformats.org/officeDocument/2006/relationships/notesSlide" Target="/ppt/notesSlides/notesSlide3.xml" Id="Raa69091aeb904c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a1d1841b64312" /><Relationship Type="http://schemas.openxmlformats.org/officeDocument/2006/relationships/image" Target="/ppt/media/image8.png" Id="Rbbcbad4f2c674109" /><Relationship Type="http://schemas.openxmlformats.org/officeDocument/2006/relationships/image" Target="/ppt/media/image9.png" Id="Rdcae7ed6d32945d6" /><Relationship Type="http://schemas.openxmlformats.org/officeDocument/2006/relationships/image" Target="/ppt/media/image10.png" Id="R772f28d296f8417c" /><Relationship Type="http://schemas.openxmlformats.org/officeDocument/2006/relationships/notesSlide" Target="/ppt/notesSlides/notesSlide4.xml" Id="Rc83fe346ab614e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e7a15b4f440e9" /><Relationship Type="http://schemas.openxmlformats.org/officeDocument/2006/relationships/image" Target="/ppt/media/image11.png" Id="R0fd1e9e509d24e07" /><Relationship Type="http://schemas.openxmlformats.org/officeDocument/2006/relationships/image" Target="/ppt/media/image12.png" Id="Rc3111dcb6c2b44f0" /><Relationship Type="http://schemas.openxmlformats.org/officeDocument/2006/relationships/notesSlide" Target="/ppt/notesSlides/notesSlide5.xml" Id="R07150c68049c41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8e291d2834527" /><Relationship Type="http://schemas.openxmlformats.org/officeDocument/2006/relationships/image" Target="/ppt/media/image13.png" Id="R87b80c6699c14dd5" /><Relationship Type="http://schemas.openxmlformats.org/officeDocument/2006/relationships/image" Target="/ppt/media/image14.png" Id="Rf537d8ded9a8453c" /><Relationship Type="http://schemas.openxmlformats.org/officeDocument/2006/relationships/image" Target="/ppt/media/image15.png" Id="Rac338d353e714e46" /><Relationship Type="http://schemas.openxmlformats.org/officeDocument/2006/relationships/notesSlide" Target="/ppt/notesSlides/notesSlide6.xml" Id="R65a855e28b154c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5fffa8b874232" /><Relationship Type="http://schemas.openxmlformats.org/officeDocument/2006/relationships/image" Target="/ppt/media/image16.png" Id="R2c7c56d855664ff3" /><Relationship Type="http://schemas.openxmlformats.org/officeDocument/2006/relationships/image" Target="/ppt/media/image17.png" Id="Rd08b889360ac41ce" /><Relationship Type="http://schemas.openxmlformats.org/officeDocument/2006/relationships/image" Target="/ppt/media/image18.png" Id="Rbd28fa028adc42eb" /><Relationship Type="http://schemas.openxmlformats.org/officeDocument/2006/relationships/notesSlide" Target="/ppt/notesSlides/notesSlide7.xml" Id="Rcfea4c1f39d446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252da28574d8a" /><Relationship Type="http://schemas.openxmlformats.org/officeDocument/2006/relationships/image" Target="/ppt/media/image19.png" Id="R0b42d8793b29429a" /><Relationship Type="http://schemas.openxmlformats.org/officeDocument/2006/relationships/image" Target="/ppt/media/image20.png" Id="Rd52113a5d8584677" /><Relationship Type="http://schemas.openxmlformats.org/officeDocument/2006/relationships/notesSlide" Target="/ppt/notesSlides/notesSlide8.xml" Id="R52ce36478d794d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c029bfbe3400a" /><Relationship Type="http://schemas.openxmlformats.org/officeDocument/2006/relationships/image" Target="/ppt/media/image21.png" Id="R11db0f5d452641aa" /><Relationship Type="http://schemas.openxmlformats.org/officeDocument/2006/relationships/image" Target="/ppt/media/image22.png" Id="R9f073558ca12451c" /><Relationship Type="http://schemas.openxmlformats.org/officeDocument/2006/relationships/image" Target="/ppt/media/image23.png" Id="R721dff6605e04a04" /><Relationship Type="http://schemas.openxmlformats.org/officeDocument/2006/relationships/notesSlide" Target="/ppt/notesSlides/notesSlide9.xml" Id="R89eeb85e2bb942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216983d2641e7" /><Relationship Type="http://schemas.openxmlformats.org/officeDocument/2006/relationships/image" Target="/ppt/media/image24.png" Id="Rc3a08f28ae754f11" /><Relationship Type="http://schemas.openxmlformats.org/officeDocument/2006/relationships/image" Target="/ppt/media/image25.png" Id="R2dc84ebbfd2f4625" /><Relationship Type="http://schemas.openxmlformats.org/officeDocument/2006/relationships/image" Target="/ppt/media/image26.png" Id="R344b6d93949a4269" /><Relationship Type="http://schemas.openxmlformats.org/officeDocument/2006/relationships/notesSlide" Target="/ppt/notesSlides/notesSlide10.xml" Id="Rd827b9d77ad64e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af06b5bec480c" /><Relationship Type="http://schemas.openxmlformats.org/officeDocument/2006/relationships/image" Target="/ppt/media/image27.png" Id="R735abf0e855b4517" /><Relationship Type="http://schemas.openxmlformats.org/officeDocument/2006/relationships/image" Target="/ppt/media/image28.png" Id="Rc86367c88ff74cb6" /><Relationship Type="http://schemas.openxmlformats.org/officeDocument/2006/relationships/image" Target="/ppt/media/image29.png" Id="Ra38c4b267a164e8f" /><Relationship Type="http://schemas.openxmlformats.org/officeDocument/2006/relationships/notesSlide" Target="/ppt/notesSlides/notesSlide11.xml" Id="R57f4689e794746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55c0554d84f76" /><Relationship Type="http://schemas.openxmlformats.org/officeDocument/2006/relationships/image" Target="/ppt/media/image30.png" Id="R3ec2a94fc67a47d1" /><Relationship Type="http://schemas.openxmlformats.org/officeDocument/2006/relationships/image" Target="/ppt/media/image31.png" Id="R8114a463a7ed4749" /><Relationship Type="http://schemas.openxmlformats.org/officeDocument/2006/relationships/image" Target="/ppt/media/image32.png" Id="Rf5ffd318c7cb4eb2" /><Relationship Type="http://schemas.openxmlformats.org/officeDocument/2006/relationships/notesSlide" Target="/ppt/notesSlides/notesSlide12.xml" Id="R077035be4a9044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6196284d54b9f" /><Relationship Type="http://schemas.openxmlformats.org/officeDocument/2006/relationships/image" Target="/ppt/media/image33.png" Id="R580e264f67af49e9" /><Relationship Type="http://schemas.openxmlformats.org/officeDocument/2006/relationships/image" Target="/ppt/media/image34.png" Id="R42d8bca0235e4989" /><Relationship Type="http://schemas.openxmlformats.org/officeDocument/2006/relationships/image" Target="/ppt/media/image35.png" Id="R574f8593cb59425a" /><Relationship Type="http://schemas.openxmlformats.org/officeDocument/2006/relationships/notesSlide" Target="/ppt/notesSlides/notesSlide13.xml" Id="R5b80c28f52ae48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abec1553d424c" /><Relationship Type="http://schemas.openxmlformats.org/officeDocument/2006/relationships/image" Target="/ppt/media/image36.png" Id="R5bac570b5a3044b0" /><Relationship Type="http://schemas.openxmlformats.org/officeDocument/2006/relationships/image" Target="/ppt/media/image37.png" Id="R869c2161091644d4" /><Relationship Type="http://schemas.openxmlformats.org/officeDocument/2006/relationships/image" Target="/ppt/media/image38.png" Id="Rcadc87a92af241ba" /><Relationship Type="http://schemas.openxmlformats.org/officeDocument/2006/relationships/notesSlide" Target="/ppt/notesSlides/notesSlide14.xml" Id="R0a5663ab11c24f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ea91486684ddd" /><Relationship Type="http://schemas.openxmlformats.org/officeDocument/2006/relationships/image" Target="/ppt/media/image39.png" Id="R72f8563b4da74bc1" /><Relationship Type="http://schemas.openxmlformats.org/officeDocument/2006/relationships/image" Target="/ppt/media/image40.png" Id="R8128b73561a7419f" /><Relationship Type="http://schemas.openxmlformats.org/officeDocument/2006/relationships/image" Target="/ppt/media/image41.png" Id="R51f08c154e404b92" /><Relationship Type="http://schemas.openxmlformats.org/officeDocument/2006/relationships/notesSlide" Target="/ppt/notesSlides/notesSlide15.xml" Id="R925e376289a14b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dd6fc50ba40a2" /><Relationship Type="http://schemas.openxmlformats.org/officeDocument/2006/relationships/image" Target="/ppt/media/image42.png" Id="Reb96074b3b404eea" /><Relationship Type="http://schemas.openxmlformats.org/officeDocument/2006/relationships/image" Target="/ppt/media/image43.png" Id="R3badafce97084531" /><Relationship Type="http://schemas.openxmlformats.org/officeDocument/2006/relationships/image" Target="/ppt/media/image44.png" Id="R375f2040e05c427e" /><Relationship Type="http://schemas.openxmlformats.org/officeDocument/2006/relationships/notesSlide" Target="/ppt/notesSlides/notesSlide16.xml" Id="R14a7f2321c2348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afa1d4318407f" /><Relationship Type="http://schemas.openxmlformats.org/officeDocument/2006/relationships/image" Target="/ppt/media/image45.png" Id="R32d4057a0a5c4b2e" /><Relationship Type="http://schemas.openxmlformats.org/officeDocument/2006/relationships/image" Target="/ppt/media/image46.png" Id="Redb03567ebc94f08" /><Relationship Type="http://schemas.openxmlformats.org/officeDocument/2006/relationships/image" Target="/ppt/media/image47.png" Id="Rf61a9648b3e6438f" /><Relationship Type="http://schemas.openxmlformats.org/officeDocument/2006/relationships/notesSlide" Target="/ppt/notesSlides/notesSlide17.xml" Id="R2fb32970925d44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9ca1f26014b3a" /><Relationship Type="http://schemas.openxmlformats.org/officeDocument/2006/relationships/image" Target="/ppt/media/image48.png" Id="Re2c99fe8f0fa46e5" /><Relationship Type="http://schemas.openxmlformats.org/officeDocument/2006/relationships/image" Target="/ppt/media/image49.png" Id="R454dcf1d14014674" /><Relationship Type="http://schemas.openxmlformats.org/officeDocument/2006/relationships/image" Target="/ppt/media/image50.png" Id="R74ebaa10b9194025" /><Relationship Type="http://schemas.openxmlformats.org/officeDocument/2006/relationships/notesSlide" Target="/ppt/notesSlides/notesSlide18.xml" Id="Rd99c410365fc47b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f2148bf014a36" /><Relationship Type="http://schemas.openxmlformats.org/officeDocument/2006/relationships/image" Target="/ppt/media/image51.png" Id="R521db2508b0c4a2d" /><Relationship Type="http://schemas.openxmlformats.org/officeDocument/2006/relationships/image" Target="/ppt/media/image52.png" Id="Rf61234fbbf3748ab" /><Relationship Type="http://schemas.openxmlformats.org/officeDocument/2006/relationships/image" Target="/ppt/media/image53.png" Id="Rdba8188169f84182" /><Relationship Type="http://schemas.openxmlformats.org/officeDocument/2006/relationships/notesSlide" Target="/ppt/notesSlides/notesSlide19.xml" Id="R327c42789df048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c80bf067940aa" /><Relationship Type="http://schemas.openxmlformats.org/officeDocument/2006/relationships/image" Target="/ppt/media/image54.png" Id="R49f2cb05deba4c64" /><Relationship Type="http://schemas.openxmlformats.org/officeDocument/2006/relationships/image" Target="/ppt/media/image55.png" Id="R45548a3154194420" /><Relationship Type="http://schemas.openxmlformats.org/officeDocument/2006/relationships/image" Target="/ppt/media/image56.png" Id="Rea26c95f2dd5496e" /><Relationship Type="http://schemas.openxmlformats.org/officeDocument/2006/relationships/notesSlide" Target="/ppt/notesSlides/notesSlide20.xml" Id="Rae03c8a435a7469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9be41d0e84583" /><Relationship Type="http://schemas.openxmlformats.org/officeDocument/2006/relationships/image" Target="/ppt/media/image57.png" Id="Rc7d8bd05c6ce4456" /><Relationship Type="http://schemas.openxmlformats.org/officeDocument/2006/relationships/image" Target="/ppt/media/image58.png" Id="R3657edb2bdb54d74" /><Relationship Type="http://schemas.openxmlformats.org/officeDocument/2006/relationships/notesSlide" Target="/ppt/notesSlides/notesSlide21.xml" Id="Rd598322bdb91465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c7a69c3fd475c" /><Relationship Type="http://schemas.openxmlformats.org/officeDocument/2006/relationships/image" Target="/ppt/media/image59.png" Id="R37348423a2014eb1" /><Relationship Type="http://schemas.openxmlformats.org/officeDocument/2006/relationships/image" Target="/ppt/media/image60.png" Id="R200d20ca7bc14dfc" /><Relationship Type="http://schemas.openxmlformats.org/officeDocument/2006/relationships/image" Target="/ppt/media/image61.png" Id="R19f3d630104f42a5" /><Relationship Type="http://schemas.openxmlformats.org/officeDocument/2006/relationships/notesSlide" Target="/ppt/notesSlides/notesSlide22.xml" Id="R4ce7e827b14d455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83baa6e6943b9" /><Relationship Type="http://schemas.openxmlformats.org/officeDocument/2006/relationships/image" Target="/ppt/media/image62.png" Id="Rda49d2aea5f844da" /><Relationship Type="http://schemas.openxmlformats.org/officeDocument/2006/relationships/image" Target="/ppt/media/image63.png" Id="R93f1f382b4324880" /><Relationship Type="http://schemas.openxmlformats.org/officeDocument/2006/relationships/notesSlide" Target="/ppt/notesSlides/notesSlide23.xml" Id="R58739b956d384d7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2cf85bbd24e33" /><Relationship Type="http://schemas.openxmlformats.org/officeDocument/2006/relationships/image" Target="/ppt/media/image64.png" Id="Ra80f520c89db438c" /><Relationship Type="http://schemas.openxmlformats.org/officeDocument/2006/relationships/image" Target="/ppt/media/image65.png" Id="R4b79272273db4c9c" /><Relationship Type="http://schemas.openxmlformats.org/officeDocument/2006/relationships/image" Target="/ppt/media/image66.png" Id="Re1d9e2af61274760" /><Relationship Type="http://schemas.openxmlformats.org/officeDocument/2006/relationships/notesSlide" Target="/ppt/notesSlides/notesSlide24.xml" Id="R2eedc08238174b3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6de7791b8485e" /><Relationship Type="http://schemas.openxmlformats.org/officeDocument/2006/relationships/image" Target="/ppt/media/image67.png" Id="Rb5f82253306a4884" /><Relationship Type="http://schemas.openxmlformats.org/officeDocument/2006/relationships/image" Target="/ppt/media/image68.png" Id="R4831ae47fef64a71" /><Relationship Type="http://schemas.openxmlformats.org/officeDocument/2006/relationships/image" Target="/ppt/media/image69.png" Id="R96a9feaff2754da2" /><Relationship Type="http://schemas.openxmlformats.org/officeDocument/2006/relationships/notesSlide" Target="/ppt/notesSlides/notesSlide25.xml" Id="R883484dd9cd24fe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c4bc5e6a54634" /><Relationship Type="http://schemas.openxmlformats.org/officeDocument/2006/relationships/image" Target="/ppt/media/image70.png" Id="R9e4ec393f6e34edc" /><Relationship Type="http://schemas.openxmlformats.org/officeDocument/2006/relationships/image" Target="/ppt/media/image71.png" Id="Rd9df5cc044c443b8" /><Relationship Type="http://schemas.openxmlformats.org/officeDocument/2006/relationships/image" Target="/ppt/media/image72.png" Id="R0dc5fabc0aa942e2" /><Relationship Type="http://schemas.openxmlformats.org/officeDocument/2006/relationships/notesSlide" Target="/ppt/notesSlides/notesSlide26.xml" Id="R22310ae75119462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1fdcbc4144abf" /><Relationship Type="http://schemas.openxmlformats.org/officeDocument/2006/relationships/image" Target="/ppt/media/image73.png" Id="Re1bfeed3b636478a" /><Relationship Type="http://schemas.openxmlformats.org/officeDocument/2006/relationships/image" Target="/ppt/media/image74.png" Id="R6d95aaa86de94323" /><Relationship Type="http://schemas.openxmlformats.org/officeDocument/2006/relationships/image" Target="/ppt/media/image75.png" Id="R70229848e2d3416c" /><Relationship Type="http://schemas.openxmlformats.org/officeDocument/2006/relationships/notesSlide" Target="/ppt/notesSlides/notesSlide27.xml" Id="Red0a662803a24dc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f1ed53c00445d" /><Relationship Type="http://schemas.openxmlformats.org/officeDocument/2006/relationships/image" Target="/ppt/media/image76.png" Id="R3c7a36c108b54d12" /><Relationship Type="http://schemas.openxmlformats.org/officeDocument/2006/relationships/image" Target="/ppt/media/image77.png" Id="Rf86c2cc1c40f462e" /><Relationship Type="http://schemas.openxmlformats.org/officeDocument/2006/relationships/notesSlide" Target="/ppt/notesSlides/notesSlide28.xml" Id="R63dd47b7660f409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e9df2782840f1" /><Relationship Type="http://schemas.openxmlformats.org/officeDocument/2006/relationships/image" Target="/ppt/media/image78.png" Id="Rc77734a77b6e4651" /><Relationship Type="http://schemas.openxmlformats.org/officeDocument/2006/relationships/image" Target="/ppt/media/image79.png" Id="R4072d897726d4969" /><Relationship Type="http://schemas.openxmlformats.org/officeDocument/2006/relationships/image" Target="/ppt/media/image80.png" Id="R784f5e6b6418427e" /><Relationship Type="http://schemas.openxmlformats.org/officeDocument/2006/relationships/notesSlide" Target="/ppt/notesSlides/notesSlide29.xml" Id="R2efc840fd195471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633c4673b4cec" /><Relationship Type="http://schemas.openxmlformats.org/officeDocument/2006/relationships/image" Target="/ppt/media/image81.png" Id="Rc4f2b620c3774fd6" /><Relationship Type="http://schemas.openxmlformats.org/officeDocument/2006/relationships/image" Target="/ppt/media/image82.png" Id="R252e4a8c9e954466" /><Relationship Type="http://schemas.openxmlformats.org/officeDocument/2006/relationships/notesSlide" Target="/ppt/notesSlides/notesSlide30.xml" Id="Rc4682d798e51430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98a2c44a341f0" /><Relationship Type="http://schemas.openxmlformats.org/officeDocument/2006/relationships/image" Target="/ppt/media/image83.png" Id="Rf694c3cb05e04b88" /><Relationship Type="http://schemas.openxmlformats.org/officeDocument/2006/relationships/image" Target="/ppt/media/image84.png" Id="R82b6989b9bff4e6f" /><Relationship Type="http://schemas.openxmlformats.org/officeDocument/2006/relationships/image" Target="/ppt/media/image85.png" Id="R83aa8b4e94b043a7" /><Relationship Type="http://schemas.openxmlformats.org/officeDocument/2006/relationships/notesSlide" Target="/ppt/notesSlides/notesSlide31.xml" Id="R02b5246ee7744dc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18783323f483e" /><Relationship Type="http://schemas.openxmlformats.org/officeDocument/2006/relationships/image" Target="/ppt/media/image86.png" Id="Ra79271fd00814c2b" /><Relationship Type="http://schemas.openxmlformats.org/officeDocument/2006/relationships/image" Target="/ppt/media/image87.png" Id="R1ccb2c14f5d04d98" /><Relationship Type="http://schemas.openxmlformats.org/officeDocument/2006/relationships/image" Target="/ppt/media/image88.png" Id="R17c0d1e593ec42ef" /><Relationship Type="http://schemas.openxmlformats.org/officeDocument/2006/relationships/notesSlide" Target="/ppt/notesSlides/notesSlide32.xml" Id="R88b5591cd4cd4df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2d7b59f84471d" /><Relationship Type="http://schemas.openxmlformats.org/officeDocument/2006/relationships/image" Target="/ppt/media/image89.png" Id="R3fe4219876964959" /><Relationship Type="http://schemas.openxmlformats.org/officeDocument/2006/relationships/image" Target="/ppt/media/image90.png" Id="R111a3727fc02462f" /><Relationship Type="http://schemas.openxmlformats.org/officeDocument/2006/relationships/notesSlide" Target="/ppt/notesSlides/notesSlide33.xml" Id="R342453cd33b34a3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8549b972c4223" /><Relationship Type="http://schemas.openxmlformats.org/officeDocument/2006/relationships/image" Target="/ppt/media/image91.png" Id="R370208a8178e4bff" /><Relationship Type="http://schemas.openxmlformats.org/officeDocument/2006/relationships/image" Target="/ppt/media/image92.png" Id="R25b6acf56a0242e0" /><Relationship Type="http://schemas.openxmlformats.org/officeDocument/2006/relationships/notesSlide" Target="/ppt/notesSlides/notesSlide34.xml" Id="R3d79fd6525f040d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847092f544a9b" /><Relationship Type="http://schemas.openxmlformats.org/officeDocument/2006/relationships/image" Target="/ppt/media/image93.png" Id="R32a52da977ea4480" /><Relationship Type="http://schemas.openxmlformats.org/officeDocument/2006/relationships/image" Target="/ppt/media/image94.png" Id="Rbfd7aa5933d74726" /><Relationship Type="http://schemas.openxmlformats.org/officeDocument/2006/relationships/notesSlide" Target="/ppt/notesSlides/notesSlide35.xml" Id="Rc7dc92894451448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4cc7d6400406d" /><Relationship Type="http://schemas.openxmlformats.org/officeDocument/2006/relationships/image" Target="/ppt/media/image95.png" Id="R748e071b898c4e11" /><Relationship Type="http://schemas.openxmlformats.org/officeDocument/2006/relationships/image" Target="/ppt/media/image96.png" Id="R85d82e7999634b3f" /><Relationship Type="http://schemas.openxmlformats.org/officeDocument/2006/relationships/image" Target="/ppt/media/image97.png" Id="Rd5cd395c9ce4409f" /><Relationship Type="http://schemas.openxmlformats.org/officeDocument/2006/relationships/notesSlide" Target="/ppt/notesSlides/notesSlide36.xml" Id="R0ee5b11155904a9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98877d4244491" /><Relationship Type="http://schemas.openxmlformats.org/officeDocument/2006/relationships/image" Target="/ppt/media/image98.png" Id="R52d48fa6566e47cd" /><Relationship Type="http://schemas.openxmlformats.org/officeDocument/2006/relationships/image" Target="/ppt/media/image99.png" Id="Rd89d32002702499b" /><Relationship Type="http://schemas.openxmlformats.org/officeDocument/2006/relationships/image" Target="/ppt/media/image100.png" Id="R2dd91cd5a36a4b8f" /><Relationship Type="http://schemas.openxmlformats.org/officeDocument/2006/relationships/notesSlide" Target="/ppt/notesSlides/notesSlide37.xml" Id="Rb7292ead54c94a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표지 상단">
            <a:extLst xmlns:a="http://schemas.openxmlformats.org/drawingml/2006/main">
              <a:ext uri="{FF2B5EF4-FFF2-40B4-BE49-F238E27FC236}">
                <a16:creationId xmlns:a16="http://schemas.microsoft.com/office/drawing/2014/main" id="{082DB586-D175-4A5D-AD70-BAE36421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표지 구분">
            <a:extLst xmlns:a="http://schemas.openxmlformats.org/drawingml/2006/main">
              <a:ext uri="{FF2B5EF4-FFF2-40B4-BE49-F238E27FC236}">
                <a16:creationId xmlns:a16="http://schemas.microsoft.com/office/drawing/2014/main" id="{858B23D2-5556-43ED-9105-2B1876BB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부기와 함께하는 독서 활동</a:t>
            </a:r>
          </a:p>
        </p:txBody>
      </p:sp>
      <p:sp>
        <p:nvSpPr>
          <p:cNvPr id="3" name="표지 제목">
            <a:extLst xmlns:a="http://schemas.openxmlformats.org/drawingml/2006/main">
              <a:ext uri="{FF2B5EF4-FFF2-40B4-BE49-F238E27FC236}">
                <a16:creationId xmlns:a16="http://schemas.microsoft.com/office/drawing/2014/main" id="{A072FFD8-3099-4290-ACA7-6680CFE6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84772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부기에서</a:t>
            </a:r>
          </a:p>
          <a:p xmlns:a="http://schemas.openxmlformats.org/drawingml/2006/main">
            <a:pPr>
              <a:defRPr sz="60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생각을 나눠요</a:t>
            </a:r>
          </a:p>
        </p:txBody>
      </p:sp>
      <p:sp>
        <p:nvSpPr>
          <p:cNvPr id="4" name="표지 부제">
            <a:extLst xmlns:a="http://schemas.openxmlformats.org/drawingml/2006/main">
              <a:ext uri="{FF2B5EF4-FFF2-40B4-BE49-F238E27FC236}">
                <a16:creationId xmlns:a16="http://schemas.microsoft.com/office/drawing/2014/main" id="{C579C2E5-ABB7-4FBD-A58C-425423A4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76775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읽고, 쓰고, 그리고, 함께 나눠요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7bd6265004f84"/>
          <a:stretch xmlns:a="http://schemas.openxmlformats.org/drawingml/2006/main"/>
        </p:blipFill>
        <p:spPr>
          <a:xfrm xmlns:a="http://schemas.openxmlformats.org/drawingml/2006/main">
            <a:off x="9911209" y="2038350"/>
            <a:ext cx="4275832" cy="4210050"/>
          </a:xfrm>
          <a:prstGeom xmlns:a="http://schemas.openxmlformats.org/drawingml/2006/main" prst="rect">
            <a:avLst/>
          </a:prstGeom>
        </p:spPr>
      </p:pic>
      <p:sp>
        <p:nvSpPr>
          <p:cNvPr id="6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788B2753-9819-4424-8A63-8546DE32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7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2205E926-C867-4568-84C0-576E21E7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오늘 할 활동을 골라, 한 단계씩 따라 해요.</a:t>
            </a:r>
          </a:p>
        </p:txBody>
      </p:sp>
      <p:sp>
        <p:nvSpPr>
          <p:cNvPr id="8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AFD6DCAF-41C7-4EDF-A9C9-AE82EC77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8045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0F72A4CE-97C1-4104-B1BE-61FF7EC2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BCBEBE6B-D567-4DDB-9A7D-13C1C4DC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아이디로 들어가요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33288540b49ae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511FF177-9A52-4366-9633-7CEF1FD7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1797"/>
            <a:ext cx="9182100" cy="575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57bda974449f8"/>
          <a:stretch xmlns:a="http://schemas.openxmlformats.org/drawingml/2006/main"/>
        </p:blipFill>
        <p:spPr>
          <a:xfrm xmlns:a="http://schemas.openxmlformats.org/drawingml/2006/main">
            <a:off x="438150" y="1160847"/>
            <a:ext cx="9144000" cy="5717406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EE2648A5-1F47-4C19-9714-8999BEAC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634" y="3551923"/>
            <a:ext cx="1155834" cy="22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DAB59077-26CC-4CAD-ABE1-70B76CC6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29B570E7-14C2-4FE1-BEF4-E9BE6791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A655DA33-BCA4-4538-B4CB-73A7631D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766" y="3209032"/>
            <a:ext cx="4785717" cy="1973461"/>
          </a:xfrm>
          <a:prstGeom xmlns:a="http://schemas.openxmlformats.org/drawingml/2006/main" prst="roundRect">
            <a:avLst>
              <a:gd name="adj" fmla="val 38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a6dcd9ae74b61"/>
          <a:stretch xmlns:a="http://schemas.openxmlformats.org/drawingml/2006/main"/>
        </p:blipFill>
        <p:spPr>
          <a:xfrm xmlns:a="http://schemas.openxmlformats.org/drawingml/2006/main">
            <a:off x="9934845" y="3285232"/>
            <a:ext cx="4609560" cy="1821061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7394ED0E-93FC-4A0B-99D5-0A14D588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191" y="3923407"/>
            <a:ext cx="3318867" cy="54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C2F954D0-F71A-44BC-ADB6-A704FDA7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4E128C5C-F363-41EA-A65A-8946E118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선생님이 알려 준 학생 접속 주소를 열어요.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「아이디로 로그인」을 눌러요.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B37CA184-335D-4BF1-9AD7-FF93F77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66619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F6321709-B111-4B27-9141-FAA5B3BB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12E5EDF2-0133-48A9-AE91-A4C8CD31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 아이디와 비밀번호를 입력해요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fe500d31b4cec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589E93DA-183A-4D8E-AE92-EFE8C327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1797"/>
            <a:ext cx="9182100" cy="575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a8395ab134d46"/>
          <a:stretch xmlns:a="http://schemas.openxmlformats.org/drawingml/2006/main"/>
        </p:blipFill>
        <p:spPr>
          <a:xfrm xmlns:a="http://schemas.openxmlformats.org/drawingml/2006/main">
            <a:off x="438150" y="1160847"/>
            <a:ext cx="9144000" cy="5717406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B3A5B7C1-B4ED-40CB-AC04-18AAA559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956" y="3314098"/>
            <a:ext cx="2662388" cy="38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39E8B0F0-58F5-4125-BCAB-9D2F3FC7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956" y="3933925"/>
            <a:ext cx="2662388" cy="38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8" name="강조 전체 2">
            <a:extLst xmlns:a="http://schemas.openxmlformats.org/drawingml/2006/main">
              <a:ext uri="{FF2B5EF4-FFF2-40B4-BE49-F238E27FC236}">
                <a16:creationId xmlns:a16="http://schemas.microsoft.com/office/drawing/2014/main" id="{4EED0C5F-857D-4D85-9B01-B4D16670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956" y="4648701"/>
            <a:ext cx="2662388" cy="339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9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6248FB69-0AE4-446E-A4DD-4E802C49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10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C43D4992-D2CC-4421-A291-64968D48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1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8713E555-2B98-4719-9053-121FBDB6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47615"/>
            <a:ext cx="4819650" cy="3296295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a4ccd953545ea"/>
          <a:stretch xmlns:a="http://schemas.openxmlformats.org/drawingml/2006/main"/>
        </p:blipFill>
        <p:spPr>
          <a:xfrm xmlns:a="http://schemas.openxmlformats.org/drawingml/2006/main">
            <a:off x="9906113" y="2623815"/>
            <a:ext cx="4667024" cy="3143895"/>
          </a:xfrm>
          <a:prstGeom xmlns:a="http://schemas.openxmlformats.org/drawingml/2006/main" prst="rect">
            <a:avLst/>
          </a:prstGeom>
        </p:spPr>
      </p:pic>
      <p:sp>
        <p:nvSpPr>
          <p:cNvPr id="13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9D1D8643-7E3E-4A1C-AF4F-E3D01299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933" y="2936984"/>
            <a:ext cx="4021383" cy="55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4" name="강조 확대 1">
            <a:extLst xmlns:a="http://schemas.openxmlformats.org/drawingml/2006/main">
              <a:ext uri="{FF2B5EF4-FFF2-40B4-BE49-F238E27FC236}">
                <a16:creationId xmlns:a16="http://schemas.microsoft.com/office/drawing/2014/main" id="{AB1E688B-2322-48B3-8830-83178E5E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933" y="3880138"/>
            <a:ext cx="4021383" cy="55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5" name="강조 확대 2">
            <a:extLst xmlns:a="http://schemas.openxmlformats.org/drawingml/2006/main">
              <a:ext uri="{FF2B5EF4-FFF2-40B4-BE49-F238E27FC236}">
                <a16:creationId xmlns:a16="http://schemas.microsoft.com/office/drawing/2014/main" id="{EFF251B4-FE9D-408D-BA8E-00879495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933" y="4967769"/>
            <a:ext cx="4021383" cy="486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6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F3A900C8-082C-4B30-859B-C1A4FE31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7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8AEE83E9-E7FE-46AA-A2EC-D47A28F1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선생님께 받은 내 아이디와 비밀번호를 입력해요.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「로그인」을 눌러요.</a:t>
            </a:r>
          </a:p>
        </p:txBody>
      </p:sp>
      <p:sp>
        <p:nvSpPr>
          <p:cNvPr id="18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FC81521D-6B38-4AD7-9E24-C8BB66D2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80192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2062C840-73FD-4DCF-9ACC-4E677564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D6D4B4B6-AA40-47A2-B8BD-F0DAB854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 이름을 확인해요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bad4f2c674109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2520A3CD-8A73-484D-90F6-2E8DE17F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1797"/>
            <a:ext cx="9182100" cy="575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e7ed6d32945d6"/>
          <a:stretch xmlns:a="http://schemas.openxmlformats.org/drawingml/2006/main"/>
        </p:blipFill>
        <p:spPr>
          <a:xfrm xmlns:a="http://schemas.openxmlformats.org/drawingml/2006/main">
            <a:off x="438150" y="1160847"/>
            <a:ext cx="9144000" cy="5717406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3763917C-823C-47AF-80D6-CE2569EE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838" y="6457048"/>
            <a:ext cx="941371" cy="19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D971F2C6-9AB0-4F9E-867C-EE73B559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6AE06A49-47C3-46E9-9B2F-BF4A331D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58488D04-E46C-4151-BFAE-9268D05A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110" y="3247132"/>
            <a:ext cx="4149030" cy="1897261"/>
          </a:xfrm>
          <a:prstGeom xmlns:a="http://schemas.openxmlformats.org/drawingml/2006/main" prst="roundRect">
            <a:avLst>
              <a:gd name="adj" fmla="val 40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f28d296f8417c"/>
          <a:stretch xmlns:a="http://schemas.openxmlformats.org/drawingml/2006/main"/>
        </p:blipFill>
        <p:spPr>
          <a:xfrm xmlns:a="http://schemas.openxmlformats.org/drawingml/2006/main">
            <a:off x="10241310" y="3329826"/>
            <a:ext cx="3996630" cy="1731873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E813643D-E5C4-4C93-A52D-FFDEB342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535" y="3961507"/>
            <a:ext cx="2682180" cy="468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D33340ED-6877-41D5-B8AB-B2B5C8CF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6BE37241-7BDA-44EE-A473-54012D27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왼쪽 아래 이름이 나인지 확인해요.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다른 이름이면 선생님께 알려 주세요.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569F3CF6-20C4-494E-AB98-3EF48FF6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53256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B5ECB6BF-992F-458B-802D-3BA41871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B6ACA214-E516-482A-A4C3-96489291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우리 반 책을 열어요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1e9e509d24e07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38E0622B-E48B-4A4B-B407-8C16FCE4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538" y="1047750"/>
            <a:ext cx="9482923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11dcb6c2b44f0"/>
          <a:stretch xmlns:a="http://schemas.openxmlformats.org/drawingml/2006/main"/>
        </p:blipFill>
        <p:spPr>
          <a:xfrm xmlns:a="http://schemas.openxmlformats.org/drawingml/2006/main">
            <a:off x="2897588" y="1066800"/>
            <a:ext cx="9444823" cy="59055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1A448A39-DED4-4925-BD91-497C95A9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561" y="4462905"/>
            <a:ext cx="5558345" cy="342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화살표 전체 0">
            <a:extLst xmlns:a="http://schemas.openxmlformats.org/drawingml/2006/main">
              <a:ext uri="{FF2B5EF4-FFF2-40B4-BE49-F238E27FC236}">
                <a16:creationId xmlns:a16="http://schemas.microsoft.com/office/drawing/2014/main" id="{8DC52F0E-CCEA-4918-9758-5C56B688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86" y="4548256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8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80A18E8D-96A4-4303-AD2C-E4E7121A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9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F3427CB4-E31D-4494-ACBD-A7108C7F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「지금 읽는 책」의 제목을 확인해요.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「이어 읽기」를 눌러요.</a:t>
            </a:r>
          </a:p>
        </p:txBody>
      </p:sp>
      <p:sp>
        <p:nvSpPr>
          <p:cNvPr id="1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CEFE6CAF-27DF-46E0-AFDA-2B26BBE6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54051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7A22BCB1-1EDD-4DE9-978F-BF337F55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B9E6B123-A57C-4E23-A8D5-E144695E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쪽씩 읽어요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80c6699c14dd5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68214BFC-41C0-404A-BED0-789CC8BF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7d8ded9a8453c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43D86D38-F3F1-4A40-925C-631EE63B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76675"/>
            <a:ext cx="37465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8C4E8563-3EFA-4B8E-82BB-3C26B5DD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F4CAC5ED-0B53-4055-92B6-2DD0D793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5A4DC4F8-9458-465A-9A33-55B7F2A2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43238"/>
            <a:ext cx="24765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38d353e714e46"/>
          <a:stretch xmlns:a="http://schemas.openxmlformats.org/drawingml/2006/main"/>
        </p:blipFill>
        <p:spPr>
          <a:xfrm xmlns:a="http://schemas.openxmlformats.org/drawingml/2006/main">
            <a:off x="11077575" y="3119438"/>
            <a:ext cx="2324100" cy="2152650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1A32620B-6832-48E5-BE1F-602CDB15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757613"/>
            <a:ext cx="1009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685BC71B-64F0-461B-A688-C6AD3E4E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4FF39FAA-067F-449F-A051-BDCB3453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글과 그림을 천천히 읽어요.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오른쪽 화살표를 누르면 다음 쪽으로 가요.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B51B6F30-19A3-4021-A6D3-A6E689A6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02409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7946D381-71F5-4BFD-8024-080C806E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A72477EF-5931-4B53-BA6B-1BE1B0E5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낱말의 뜻을 확인해요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c56d855664ff3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EBE7B7AC-E37A-445C-8046-BF55E2BF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b889360ac41ce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6D717943-48E2-4102-8E5A-B411B467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46375"/>
            <a:ext cx="1117600" cy="56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2A98453E-D5FF-4A9B-9ACC-DFDF14B1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11525"/>
            <a:ext cx="349250" cy="31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8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338A92BB-5256-4163-86E6-B9649B45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9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C5FE5477-453A-4EDF-9371-92BC08D9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0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DDD98AF8-4C43-4136-A3DA-2EC533AF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24088"/>
            <a:ext cx="47053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8fa028adc42eb"/>
          <a:stretch xmlns:a="http://schemas.openxmlformats.org/drawingml/2006/main"/>
        </p:blipFill>
        <p:spPr>
          <a:xfrm xmlns:a="http://schemas.openxmlformats.org/drawingml/2006/main">
            <a:off x="9963150" y="2300288"/>
            <a:ext cx="4552950" cy="3790950"/>
          </a:xfrm>
          <a:prstGeom xmlns:a="http://schemas.openxmlformats.org/drawingml/2006/main" prst="rect">
            <a:avLst/>
          </a:prstGeom>
        </p:spPr>
      </p:pic>
      <p:sp>
        <p:nvSpPr>
          <p:cNvPr id="12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C3DB0819-6D27-4542-80DC-C2DD7FF6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938463"/>
            <a:ext cx="3238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3" name="강조 확대 1">
            <a:extLst xmlns:a="http://schemas.openxmlformats.org/drawingml/2006/main">
              <a:ext uri="{FF2B5EF4-FFF2-40B4-BE49-F238E27FC236}">
                <a16:creationId xmlns:a16="http://schemas.microsoft.com/office/drawing/2014/main" id="{734EE2F3-0234-4E70-8838-B7CF8DA4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633913"/>
            <a:ext cx="93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4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449606EB-0577-4B3A-A9A1-EBB3507D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5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CABFECAE-AB6F-45EE-A326-98AB51CF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밑줄 친 낱말을 누르면 뜻이 나타나요.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뜻을 확인하고 문장을 다시 읽어요.</a:t>
            </a:r>
          </a:p>
        </p:txBody>
      </p:sp>
      <p:sp>
        <p:nvSpPr>
          <p:cNvPr id="16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DB6E355E-F7C8-4DF2-8981-C28078B9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51735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5BCA2F0C-022F-4C95-8317-2D96975C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95E03996-9A79-42CA-A56E-0A12D882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글자와 소리를 조절해요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2d8793b29429a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364B910A-6241-4FAA-A2D2-875E05F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047750"/>
            <a:ext cx="94869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113a5d8584677"/>
          <a:stretch xmlns:a="http://schemas.openxmlformats.org/drawingml/2006/main"/>
        </p:blipFill>
        <p:spPr>
          <a:xfrm xmlns:a="http://schemas.openxmlformats.org/drawingml/2006/main">
            <a:off x="2895600" y="1066800"/>
            <a:ext cx="9448800" cy="59055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D069162B-1CB4-47E0-BFF9-FD73ECBF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33" y="1569720"/>
            <a:ext cx="280247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화살표 전체 0">
            <a:extLst xmlns:a="http://schemas.openxmlformats.org/drawingml/2006/main">
              <a:ext uri="{FF2B5EF4-FFF2-40B4-BE49-F238E27FC236}">
                <a16:creationId xmlns:a16="http://schemas.microsoft.com/office/drawing/2014/main" id="{A7EFCE9B-3DFE-420F-BD7E-4E67CE54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458" y="1610995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8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F6563CA2-5EDD-4545-82B1-C4264266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612" y="6359737"/>
            <a:ext cx="657440" cy="247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9" name="화살표 전체 1">
            <a:extLst xmlns:a="http://schemas.openxmlformats.org/drawingml/2006/main">
              <a:ext uri="{FF2B5EF4-FFF2-40B4-BE49-F238E27FC236}">
                <a16:creationId xmlns:a16="http://schemas.microsoft.com/office/drawing/2014/main" id="{899C5DDF-F983-4993-AC30-A024F9FF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337" y="6397731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0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54899E3A-AFD9-43D0-8946-39419297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1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2B47A6CC-F06B-418F-A858-7745111F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글자가 작으면 「가＋」를 눌러요.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「읽어주기」를 사용할 때는 소리 크기를 먼저 확인해요.</a:t>
            </a:r>
          </a:p>
        </p:txBody>
      </p:sp>
      <p:sp>
        <p:nvSpPr>
          <p:cNvPr id="12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6F0C42B5-5029-440F-920E-57D71961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145915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2B4F3991-5D0B-4207-BD82-319DC9F8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53CA19B5-2E44-4A92-A2B9-3DE955D3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끝까지 읽고 표시해요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b0f5d452641aa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B7D2CE35-6C70-41CF-8A74-22C2A1BA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73558ca12451c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EDA4662F-3E2D-46F3-B248-C01BDE6A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230" y="6283325"/>
            <a:ext cx="708323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EF3C5E5D-2C9C-4AE5-A00B-5AD79DB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06D36B01-DDA4-4A4D-A8E6-10B65EAA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C26D21AA-5D59-49E8-901A-33700BC1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866" y="3176588"/>
            <a:ext cx="3477518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dff6605e04a04"/>
          <a:stretch xmlns:a="http://schemas.openxmlformats.org/drawingml/2006/main"/>
        </p:blipFill>
        <p:spPr>
          <a:xfrm xmlns:a="http://schemas.openxmlformats.org/drawingml/2006/main">
            <a:off x="10582275" y="3252788"/>
            <a:ext cx="3314700" cy="1885950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36C7088F-CD4B-4108-98B7-612DB2A8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291" y="3890963"/>
            <a:ext cx="201066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8E20E30B-B130-4607-96A2-E22B3AA3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BC1EF17F-482C-4055-9C5A-396359DF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책을 끝까지 읽었다면 「다 읽었어요」를 눌러요.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오늘 정한 부분만 읽었다면 다음 시간에 이어 읽어요.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7197545D-028B-4BA5-B5DC-3C94DC05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29997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4684756F-F8A6-4946-A38B-FBDAAD11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ED4EF23D-0FF0-4077-8244-62005C33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오늘의 수업을 찾아요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08f28ae754f11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71EECA02-B3D3-476D-9D3D-13E33901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1797"/>
            <a:ext cx="9182100" cy="575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84ebbfd2f4625"/>
          <a:stretch xmlns:a="http://schemas.openxmlformats.org/drawingml/2006/main"/>
        </p:blipFill>
        <p:spPr>
          <a:xfrm xmlns:a="http://schemas.openxmlformats.org/drawingml/2006/main">
            <a:off x="438150" y="1160847"/>
            <a:ext cx="9144000" cy="5717406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39F8D9E4-F3C7-458C-8B01-EF70BD5C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868" y="2726055"/>
            <a:ext cx="574307" cy="333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62D1ED0F-AA6B-43CA-8CFB-5803CF60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2759A9B8-BEAA-4632-AEF8-E9DE95C9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46FA2D45-9116-4862-8AF5-F308B8C8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9970" y="3043238"/>
            <a:ext cx="3059311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b6d93949a4269"/>
          <a:stretch xmlns:a="http://schemas.openxmlformats.org/drawingml/2006/main"/>
        </p:blipFill>
        <p:spPr>
          <a:xfrm xmlns:a="http://schemas.openxmlformats.org/drawingml/2006/main">
            <a:off x="10786170" y="3122295"/>
            <a:ext cx="2906911" cy="2146934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9239344E-450E-421C-8E3D-8969369C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3395" y="3757613"/>
            <a:ext cx="1592461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3D1BCCFB-7459-4989-98C4-B37CD69B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10110FD9-29DA-4302-B006-4E39C452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홈에서 아래로 내려 「오늘의 수업」을 찾아요.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선생님이 안내한 수업의 「시작」을 눌러요.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4C004301-80C1-4AF0-AE52-B53CFF58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988545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061B3E58-5711-48D3-A366-E2FB5498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A0DD161F-97EF-44C6-B651-1463D1E8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 할 일을 확인해요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abf0e855b4517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0E3D4E06-4763-4A2B-95C8-C7506F61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367c88ff74cb6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DAE73BAB-215C-46BD-B510-E3E41B04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775" y="3609975"/>
            <a:ext cx="558165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E1CDE816-8795-4E77-B17A-9C1AD0F7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F98A3702-A249-4613-A4AC-5D748B5C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B4E88665-F964-43C3-8114-0BE3228B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54736"/>
            <a:ext cx="4819650" cy="1282053"/>
          </a:xfrm>
          <a:prstGeom xmlns:a="http://schemas.openxmlformats.org/drawingml/2006/main" prst="roundRect">
            <a:avLst>
              <a:gd name="adj" fmla="val 5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c4b267a164e8f"/>
          <a:stretch xmlns:a="http://schemas.openxmlformats.org/drawingml/2006/main"/>
        </p:blipFill>
        <p:spPr>
          <a:xfrm xmlns:a="http://schemas.openxmlformats.org/drawingml/2006/main">
            <a:off x="9906000" y="3630936"/>
            <a:ext cx="4667250" cy="1129653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22CC646C-AAE9-47C1-93C2-02B20E63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791" y="3775773"/>
            <a:ext cx="4367668" cy="839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40E344EC-B5B7-4209-87DF-7D35F05F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AADFCDE8-008C-44AA-9FEB-134E6CC4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「오늘 할 일」을 읽고 선생님 안내를 따라요.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수업 화면이나 그림책은 선생님이 열라고 할 때 눌러요.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ADD6A2A5-9789-4658-858D-ACEAA5F4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095211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60C659C3-9E38-4D67-B19C-100486EB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1AADF403-7241-4B6F-8577-36073E11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선생님이 내준 카드를 열어요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2a94fc67a47d1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E8951C7A-33F6-4905-91BD-AB3F0645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1797"/>
            <a:ext cx="9182100" cy="575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4a463a7ed4749"/>
          <a:stretch xmlns:a="http://schemas.openxmlformats.org/drawingml/2006/main"/>
        </p:blipFill>
        <p:spPr>
          <a:xfrm xmlns:a="http://schemas.openxmlformats.org/drawingml/2006/main">
            <a:off x="438150" y="1160847"/>
            <a:ext cx="9144000" cy="5717406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C1C6C81D-863D-4D1D-BBD8-8CBEFD96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733" y="3929012"/>
            <a:ext cx="854443" cy="333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20886D74-11CF-49C7-A969-15C8CD1D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E0AEFA2A-8593-485F-B482-49915050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8F8F5855-ABB5-4DD4-A92D-F6605E0A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3043238"/>
            <a:ext cx="3890963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fd318c7cb4eb2"/>
          <a:stretch xmlns:a="http://schemas.openxmlformats.org/drawingml/2006/main"/>
        </p:blipFill>
        <p:spPr>
          <a:xfrm xmlns:a="http://schemas.openxmlformats.org/drawingml/2006/main">
            <a:off x="10372725" y="3119438"/>
            <a:ext cx="3733800" cy="2152650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12D164CB-1575-471C-8032-53CAB835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69" y="3757613"/>
            <a:ext cx="2424113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E383BCAD-5DC1-46E1-8859-23193317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B5232208-3BFC-4401-89DA-E8DEDD7E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「오늘의 활동」에서 할 활동의 제목을 찾아요.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손글씨 활동은 「종이에 쓰기」를 눌러요.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61B1A874-3706-40F8-B1B8-B733BD9A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937932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C98F282D-64E1-4ECA-8FFF-53489F09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C147211A-7EDB-41B3-8EF9-F042C517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마음에 남은 장면을 골라요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e264f67af49e9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CE0FB5A7-4F6F-47F0-8953-7258240A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8bca0235e4989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13D3BC44-2C6B-4A84-8A92-808FAD30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275" y="2828925"/>
            <a:ext cx="36449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FDD5D44A-E8F6-4F6F-B0C4-5CE16732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5CB77662-63A9-476B-9123-06F013A9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6634A2DE-FEF4-4325-9DD0-30021EA0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61630"/>
            <a:ext cx="4819650" cy="1068265"/>
          </a:xfrm>
          <a:prstGeom xmlns:a="http://schemas.openxmlformats.org/drawingml/2006/main" prst="roundRect">
            <a:avLst>
              <a:gd name="adj" fmla="val 7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f8593cb59425a"/>
          <a:stretch xmlns:a="http://schemas.openxmlformats.org/drawingml/2006/main"/>
        </p:blipFill>
        <p:spPr>
          <a:xfrm xmlns:a="http://schemas.openxmlformats.org/drawingml/2006/main">
            <a:off x="9906000" y="3737830"/>
            <a:ext cx="4667250" cy="915865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F740F90B-A822-4295-B6F3-46FA0312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194" y="3965697"/>
            <a:ext cx="4196862" cy="460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763C1045-D755-4941-AF41-515C0A9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2CD677F1-7C2C-4433-81EA-C77D4123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마음에 남은 장면의 번호를 골라요.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그 장면이 마음에 남은 까닭을 먼저 말해 봐요.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B54F31E5-379D-45F8-B6E1-3C2F487B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148972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47877242-F1EA-4256-8D50-67662823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96884694-88BC-472C-98F9-931F44CE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활동지에 쓰고 완료를 표시해요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c570b5a3044b0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A724D6CF-DF58-4988-B445-4425EEF8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c2161091644d4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149F6A53-0B30-4383-8E9E-02FA624D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575" y="378777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8A9051F1-DEF9-4709-919E-335CD868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093ADAAD-AACD-42C0-8AAA-4458F732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BEDCE9D9-D5A3-426A-A7D6-60CC3C71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10867"/>
            <a:ext cx="4819650" cy="2369791"/>
          </a:xfrm>
          <a:prstGeom xmlns:a="http://schemas.openxmlformats.org/drawingml/2006/main" prst="roundRect">
            <a:avLst>
              <a:gd name="adj" fmla="val 32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c87a92af241ba"/>
          <a:stretch xmlns:a="http://schemas.openxmlformats.org/drawingml/2006/main"/>
        </p:blipFill>
        <p:spPr>
          <a:xfrm xmlns:a="http://schemas.openxmlformats.org/drawingml/2006/main">
            <a:off x="9906000" y="3087067"/>
            <a:ext cx="4667250" cy="2217391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F2A00B26-BF92-4F97-87BB-B1D2DDF6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1184" y="3684369"/>
            <a:ext cx="3436883" cy="1022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1F3BF931-B6A7-4B76-91CA-88515886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25495D28-84EA-4870-94FE-B0B76BB1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선생님이 나눠 준 종이에 생각을 쓰고 종이를 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앱에서도 「종이에 다 썼어요」를 눌러요.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1DB34EDB-0568-4306-AC38-DCC70B2E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123814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8B921902-A75B-4474-82B5-4384BAC7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6EFDE8BD-F885-4E4E-9373-5078440C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스스로 점검하고 내요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8563b4da74bc1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77CE5780-F4C5-494E-8137-72747A30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8b73561a7419f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7ADC777E-ADB7-4998-B962-60032ED5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275" y="4562475"/>
            <a:ext cx="3943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1E126F07-F2B7-4764-AB30-BC317F0F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54D37B2F-7900-42C4-9C8B-73BF54AC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D6750DD8-DEB6-4080-9E3C-48A1A122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15453"/>
            <a:ext cx="4819650" cy="1960618"/>
          </a:xfrm>
          <a:prstGeom xmlns:a="http://schemas.openxmlformats.org/drawingml/2006/main" prst="roundRect">
            <a:avLst>
              <a:gd name="adj" fmla="val 3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08c154e404b92"/>
          <a:stretch xmlns:a="http://schemas.openxmlformats.org/drawingml/2006/main"/>
        </p:blipFill>
        <p:spPr>
          <a:xfrm xmlns:a="http://schemas.openxmlformats.org/drawingml/2006/main">
            <a:off x="9906000" y="3291653"/>
            <a:ext cx="4667250" cy="1808218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96D8DC62-7AFA-4F3F-837B-BE8121F4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070" y="3501900"/>
            <a:ext cx="4233111" cy="1387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7D5110D6-A421-4263-956E-662EEC38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1A46EB89-2A7C-4B2C-A2B7-77062417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내 활동을 돌아보고 두 문항에 솔직하게 표시해요.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맨 아래 「종이에 다 썼어요, 내기」까지 눌러요.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9683458F-873B-4EA0-9983-CA2475D1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357297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4E7AD16D-4105-4441-8ABE-09554D30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98EEC62C-BAFE-42C5-AD51-9595CEFB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냈는지 확인해요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6074b3b404eea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799EAC6A-D71B-4DDA-BC66-33577273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dafce97084531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42FB3FC4-4951-436F-9E30-F986D5F4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025" y="2606675"/>
            <a:ext cx="1651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300E3930-7399-4353-BD6C-78DFB58B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20B3B946-F287-4AAB-873A-D8A9E027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1B4B7E1B-9216-4F88-9203-947BB403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70812"/>
            <a:ext cx="4819650" cy="2449901"/>
          </a:xfrm>
          <a:prstGeom xmlns:a="http://schemas.openxmlformats.org/drawingml/2006/main" prst="roundRect">
            <a:avLst>
              <a:gd name="adj" fmla="val 3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f2040e05c427e"/>
          <a:stretch xmlns:a="http://schemas.openxmlformats.org/drawingml/2006/main"/>
        </p:blipFill>
        <p:spPr>
          <a:xfrm xmlns:a="http://schemas.openxmlformats.org/drawingml/2006/main">
            <a:off x="9906000" y="3047012"/>
            <a:ext cx="4667250" cy="2297501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ADBFE013-DA84-4628-BD75-75684F42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614" y="3524176"/>
            <a:ext cx="3684022" cy="134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6C113220-F933-4F99-9BD6-48E18A4A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AD41B70A-ACE7-4A77-B699-91A31159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활동에 「냈어요」와 날짜가 보이는지 확인해요.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「내 카드 보기」를 누르면 내가 낸 카드를 다시 볼 수 있어요.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A1C12AE0-3477-4F52-9D4F-FF52C8F2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012686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EC386DDC-128C-4F86-A6AB-7BBAEC11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4E6432F6-17A8-4FF2-93D5-5056766A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이야기를 시작해요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4057a0a5c4b2e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46A7866B-F531-4042-9308-6AF3CA25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1797"/>
            <a:ext cx="9182100" cy="575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03567ebc94f08"/>
          <a:stretch xmlns:a="http://schemas.openxmlformats.org/drawingml/2006/main"/>
        </p:blipFill>
        <p:spPr>
          <a:xfrm xmlns:a="http://schemas.openxmlformats.org/drawingml/2006/main">
            <a:off x="438150" y="1160847"/>
            <a:ext cx="9144000" cy="5717406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3CC9CED3-DE13-4097-B9AB-4A63115C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733" y="4765007"/>
            <a:ext cx="854443" cy="333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AE753518-2345-4C47-BDE7-0AA81AB7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912AAD09-AACA-42C9-8562-BB2337AC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06939BD3-6C73-46F3-A2CC-5D310E40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3043238"/>
            <a:ext cx="3890963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a9648b3e6438f"/>
          <a:stretch xmlns:a="http://schemas.openxmlformats.org/drawingml/2006/main"/>
        </p:blipFill>
        <p:spPr>
          <a:xfrm xmlns:a="http://schemas.openxmlformats.org/drawingml/2006/main">
            <a:off x="10372725" y="3119438"/>
            <a:ext cx="3733800" cy="2152650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05ED380B-F578-4CA2-B065-85F80002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69" y="3757613"/>
            <a:ext cx="2424113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ED770FD3-172F-4D9A-9288-6884B09B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73F0B1B2-6A40-4A88-A865-9F5D7C1A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「인물과 대화」의 「이야기 시작」을 눌러요.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책에서 읽은 장면을 떠올려요.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A8D3D0C8-E32D-46DD-BC97-179B8522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759614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ED0E1DCF-8FDC-4C8D-8823-80CAE261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6A6CD76C-8D32-4C1A-895B-78DA3720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 생각을 써서 보내요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99fe8f0fa46e5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CB8DDA03-3D67-4471-A934-B46C86AC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dcf1d14014674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DE4D8A16-4411-4C9E-A7AE-0AC78F98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505575"/>
            <a:ext cx="2089150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E2CB0851-3009-4E87-AC26-DB111511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4420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8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DB4C3D4A-E9BC-457A-9299-6458A533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9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7FDDE1F4-C591-4FD0-94A5-5D69062D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0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B95E9EFA-AF15-44AC-8584-8A372DA2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92099"/>
            <a:ext cx="4819650" cy="1207326"/>
          </a:xfrm>
          <a:prstGeom xmlns:a="http://schemas.openxmlformats.org/drawingml/2006/main" prst="roundRect">
            <a:avLst>
              <a:gd name="adj" fmla="val 6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baa10b9194025"/>
          <a:stretch xmlns:a="http://schemas.openxmlformats.org/drawingml/2006/main"/>
        </p:blipFill>
        <p:spPr>
          <a:xfrm xmlns:a="http://schemas.openxmlformats.org/drawingml/2006/main">
            <a:off x="9906000" y="3668299"/>
            <a:ext cx="4667250" cy="1054926"/>
          </a:xfrm>
          <a:prstGeom xmlns:a="http://schemas.openxmlformats.org/drawingml/2006/main" prst="rect">
            <a:avLst/>
          </a:prstGeom>
        </p:spPr>
      </p:pic>
      <p:sp>
        <p:nvSpPr>
          <p:cNvPr id="12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60983621-D12B-4589-9ED8-6995FCD1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035" y="4119236"/>
            <a:ext cx="3467013" cy="22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3" name="강조 확대 1">
            <a:extLst xmlns:a="http://schemas.openxmlformats.org/drawingml/2006/main">
              <a:ext uri="{FF2B5EF4-FFF2-40B4-BE49-F238E27FC236}">
                <a16:creationId xmlns:a16="http://schemas.microsoft.com/office/drawing/2014/main" id="{C8DA8C97-E569-4F32-8184-4D3A97A0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7456" y="4012678"/>
            <a:ext cx="440760" cy="44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4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DB8479B0-6333-4748-9961-915050B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5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19FD8D1E-2CA3-4F0A-B356-5C3884C4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수업에서 「마음 짐작하기」를 열었다면 질문을 읽어요.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내 생각과 까닭을 쓰고, 보내기 화살표를 눌러요.</a:t>
            </a:r>
          </a:p>
        </p:txBody>
      </p:sp>
      <p:sp>
        <p:nvSpPr>
          <p:cNvPr id="16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D2A135D4-0936-4A01-BBEF-6B0B0017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25451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EDA782DD-43AC-4907-89F4-C868D294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76CE4372-FC4E-456D-8CF7-D0A51C8C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읽은 내용을 떠올려 골라요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db2508b0c4a2d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5707523B-F142-4A32-A255-4CBE7354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234fbbf3748ab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40C9E775-FEF1-4BBC-AA13-5584AFD3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21025"/>
            <a:ext cx="5486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239CDB6A-E159-4E07-AF8D-17B4BD6D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0F4DDE40-84D5-45B3-B2A2-4B23600A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975C164A-2145-4C51-AE02-7C3F7A0F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27709"/>
            <a:ext cx="4819650" cy="2136107"/>
          </a:xfrm>
          <a:prstGeom xmlns:a="http://schemas.openxmlformats.org/drawingml/2006/main" prst="roundRect">
            <a:avLst>
              <a:gd name="adj" fmla="val 3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8188169f84182"/>
          <a:stretch xmlns:a="http://schemas.openxmlformats.org/drawingml/2006/main"/>
        </p:blipFill>
        <p:spPr>
          <a:xfrm xmlns:a="http://schemas.openxmlformats.org/drawingml/2006/main">
            <a:off x="9906000" y="3203909"/>
            <a:ext cx="4667250" cy="1983707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B8061A50-40B5-4297-A76E-C4BD2343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677" y="3351552"/>
            <a:ext cx="4361895" cy="1688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A2BF80F5-D3EA-46BB-B5A8-19D74C9C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9B6DD602-6758-4D4C-B2A9-E6AEF04B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질문과 보기를 모두 읽고 내 답을 골라요.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「정답 확인」을 누르고, 틀렸다면 책에서 다시 찾아봐요.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D91B8566-90BF-4256-9C7A-F9247A94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365389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6E99EF69-610C-4440-98B7-4E5A720F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E9960191-9936-455F-8277-5F7F9DF9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좋았던 문장과 까닭을 써요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2cb05deba4c64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949FF522-826C-4DE2-80F0-4174C7B6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48a3154194420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D81956B1-BDA2-471E-BB69-0218350A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09366"/>
            <a:ext cx="5568950" cy="5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9BFF6283-C638-4392-A6B1-B8CB7F14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92897"/>
            <a:ext cx="556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8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EF2DEE3A-1517-423C-ADB8-158380C0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9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C393BC3F-3483-4647-9F7C-F4FD8DA1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0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C91E8E1D-4110-4C48-AB9D-55AC1362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16023"/>
            <a:ext cx="4819650" cy="1559480"/>
          </a:xfrm>
          <a:prstGeom xmlns:a="http://schemas.openxmlformats.org/drawingml/2006/main" prst="roundRect">
            <a:avLst>
              <a:gd name="adj" fmla="val 48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6c95f2dd5496e"/>
          <a:stretch xmlns:a="http://schemas.openxmlformats.org/drawingml/2006/main"/>
        </p:blipFill>
        <p:spPr>
          <a:xfrm xmlns:a="http://schemas.openxmlformats.org/drawingml/2006/main">
            <a:off x="9911007" y="3492223"/>
            <a:ext cx="4657236" cy="1407080"/>
          </a:xfrm>
          <a:prstGeom xmlns:a="http://schemas.openxmlformats.org/drawingml/2006/main" prst="rect">
            <a:avLst/>
          </a:prstGeom>
        </p:spPr>
      </p:pic>
      <p:sp>
        <p:nvSpPr>
          <p:cNvPr id="12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4068043F-0B90-4090-9724-59AFB4ED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171" y="3637428"/>
            <a:ext cx="4366909" cy="424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3" name="강조 확대 1">
            <a:extLst xmlns:a="http://schemas.openxmlformats.org/drawingml/2006/main">
              <a:ext uri="{FF2B5EF4-FFF2-40B4-BE49-F238E27FC236}">
                <a16:creationId xmlns:a16="http://schemas.microsoft.com/office/drawing/2014/main" id="{3EBD3EEA-4B5A-4CD6-8070-6F2D3030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171" y="4250082"/>
            <a:ext cx="4366909" cy="504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4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F3A75566-8DC7-4220-A06D-EE8D94FC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5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3809C1E2-96AB-441F-867C-C61A6007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책에서 마음에 남은 문장을 그대로 옮겨 써요.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아래에는 그 문장이 좋았던 까닭을 써요.</a:t>
            </a:r>
          </a:p>
        </p:txBody>
      </p:sp>
      <p:sp>
        <p:nvSpPr>
          <p:cNvPr id="16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E33F3F7F-4FFF-413D-B1AC-2194CFDC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4424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0641A562-B614-4DD8-893A-E0067E3A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52F96289-0324-418F-A1C7-B1B2880D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다시 읽고 문장을 올려요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8bd05c6ce4456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55C883BE-16A0-45AA-ABD2-158A0956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047750"/>
            <a:ext cx="94869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7edb2bdb54d74"/>
          <a:stretch xmlns:a="http://schemas.openxmlformats.org/drawingml/2006/main"/>
        </p:blipFill>
        <p:spPr>
          <a:xfrm xmlns:a="http://schemas.openxmlformats.org/drawingml/2006/main">
            <a:off x="2895600" y="1066800"/>
            <a:ext cx="9448800" cy="59055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9FE28014-63E7-4D79-8F0F-CB383549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155" y="4208535"/>
            <a:ext cx="5752677" cy="34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화살표 전체 0">
            <a:extLst xmlns:a="http://schemas.openxmlformats.org/drawingml/2006/main">
              <a:ext uri="{FF2B5EF4-FFF2-40B4-BE49-F238E27FC236}">
                <a16:creationId xmlns:a16="http://schemas.microsoft.com/office/drawing/2014/main" id="{D37223CF-FE4F-43BC-AAC5-C6BA383A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880" y="4295742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8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FFB3887A-AD8F-4437-9E04-61C7413D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9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63C9381D-7DD1-41A4-B7BD-42A2F298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문장과 내 생각을 다시 읽어요.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「문장 올리기」를 누르면 친구들과 함께 볼 수 있어요.</a:t>
            </a:r>
          </a:p>
        </p:txBody>
      </p:sp>
      <p:sp>
        <p:nvSpPr>
          <p:cNvPr id="1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3253B56B-9DBD-4691-9A70-198AA3DF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5256274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D91FB2A9-EFD1-4981-B809-555BD8A5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97A3E282-361C-45B5-8E3B-122CA5A4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읽고 난 생각을 써요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48423a2014eb1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B0661B1F-AE25-4483-80E2-A2886EF0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d20ca7bc14dfc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C83E77A6-40B0-4B93-9EB4-31B90768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09366"/>
            <a:ext cx="556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135111BE-46BF-43FA-AD13-C1039498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241477"/>
            <a:ext cx="5568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8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EA4287AA-74D1-48EB-ADD8-A0B5F925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9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BE91BAA3-C35B-4E1F-8C49-06D78D9B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0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21D75896-B49B-4EA6-97BF-E25B410A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95153"/>
            <a:ext cx="4819650" cy="1601218"/>
          </a:xfrm>
          <a:prstGeom xmlns:a="http://schemas.openxmlformats.org/drawingml/2006/main" prst="roundRect">
            <a:avLst>
              <a:gd name="adj" fmla="val 4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3d630104f42a5"/>
          <a:stretch xmlns:a="http://schemas.openxmlformats.org/drawingml/2006/main"/>
        </p:blipFill>
        <p:spPr>
          <a:xfrm xmlns:a="http://schemas.openxmlformats.org/drawingml/2006/main">
            <a:off x="9907623" y="3471353"/>
            <a:ext cx="4664003" cy="1448818"/>
          </a:xfrm>
          <a:prstGeom xmlns:a="http://schemas.openxmlformats.org/drawingml/2006/main" prst="rect">
            <a:avLst/>
          </a:prstGeom>
        </p:spPr>
      </p:pic>
      <p:sp>
        <p:nvSpPr>
          <p:cNvPr id="12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1A1F933C-FAFA-44E4-AFA7-64A0F912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171" y="3616559"/>
            <a:ext cx="4366909" cy="265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3" name="강조 확대 1">
            <a:extLst xmlns:a="http://schemas.openxmlformats.org/drawingml/2006/main">
              <a:ext uri="{FF2B5EF4-FFF2-40B4-BE49-F238E27FC236}">
                <a16:creationId xmlns:a16="http://schemas.microsoft.com/office/drawing/2014/main" id="{C2B3F801-E68A-462F-B742-6CAFE767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171" y="4032624"/>
            <a:ext cx="4366909" cy="742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4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D7BF5226-3B25-4D49-932F-EF94425B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5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CDFF7791-EF94-4020-AD4B-CC826AC2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독후감 제목을 정하고, 읽고 난 내 생각을 써요.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어떤 장면에서 그런 생각이 들었는지도 덧붙여요.</a:t>
            </a:r>
          </a:p>
        </p:txBody>
      </p:sp>
      <p:sp>
        <p:nvSpPr>
          <p:cNvPr id="16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E7E56044-48DB-4BA5-80EB-26788414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628736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A8E85A06-BEF5-4825-A455-B1E86104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26DF84AE-D2A5-4032-A5A6-5C8997FE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다시 읽고 제출해요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9d2aea5f844da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97CF7464-5380-4724-BF63-FB3DEC33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047750"/>
            <a:ext cx="94869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1f382b4324880"/>
          <a:stretch xmlns:a="http://schemas.openxmlformats.org/drawingml/2006/main"/>
        </p:blipFill>
        <p:spPr>
          <a:xfrm xmlns:a="http://schemas.openxmlformats.org/drawingml/2006/main">
            <a:off x="2895600" y="1066800"/>
            <a:ext cx="9448800" cy="59055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81DAB909-9664-4CC4-81FF-2BEE08C4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155" y="4263694"/>
            <a:ext cx="5752677" cy="34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화살표 전체 0">
            <a:extLst xmlns:a="http://schemas.openxmlformats.org/drawingml/2006/main">
              <a:ext uri="{FF2B5EF4-FFF2-40B4-BE49-F238E27FC236}">
                <a16:creationId xmlns:a16="http://schemas.microsoft.com/office/drawing/2014/main" id="{BAED06B7-8E70-4C33-BB3B-F44D7F3A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880" y="4350901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8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BC4E46C1-CA62-443C-B740-2AD436ED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9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1290E5CC-D477-4A18-BF6C-93DBE5AC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내 글을 한 번 더 읽어 봐요.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마쳤다면 「독후감 제출하기」를 눌러요.</a:t>
            </a:r>
          </a:p>
        </p:txBody>
      </p:sp>
      <p:sp>
        <p:nvSpPr>
          <p:cNvPr id="1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E538B894-A090-4DBD-BBBD-E864B15D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1381206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45E172B5-DBCE-4E4E-9565-0D340207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59F29E89-BAE6-482E-9355-59994C67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마음에 남은 장면을 그려요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f520c89db438c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AA9A426B-DDB4-44F4-A8E6-28737F54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1797"/>
            <a:ext cx="9182100" cy="575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9272273db4c9c"/>
          <a:stretch xmlns:a="http://schemas.openxmlformats.org/drawingml/2006/main"/>
        </p:blipFill>
        <p:spPr>
          <a:xfrm xmlns:a="http://schemas.openxmlformats.org/drawingml/2006/main">
            <a:off x="438150" y="1160847"/>
            <a:ext cx="9144000" cy="5717406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C85306C6-6E0B-417E-9659-59F8EA75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857" y="1915026"/>
            <a:ext cx="640782" cy="365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A038055C-868C-49B0-B228-E45A4E15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824" y="1915026"/>
            <a:ext cx="568693" cy="365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8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71602A6B-E63A-4BDB-9867-6F1ED735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9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2321B587-6C6B-43FA-BBD3-4CE66807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0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18E50977-D1D7-41EE-B01B-F5F0541F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21044"/>
            <a:ext cx="4819650" cy="2349437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9e2af61274760"/>
          <a:stretch xmlns:a="http://schemas.openxmlformats.org/drawingml/2006/main"/>
        </p:blipFill>
        <p:spPr>
          <a:xfrm xmlns:a="http://schemas.openxmlformats.org/drawingml/2006/main">
            <a:off x="9906000" y="3098680"/>
            <a:ext cx="4667250" cy="2194165"/>
          </a:xfrm>
          <a:prstGeom xmlns:a="http://schemas.openxmlformats.org/drawingml/2006/main" prst="rect">
            <a:avLst/>
          </a:prstGeom>
        </p:spPr>
      </p:pic>
      <p:sp>
        <p:nvSpPr>
          <p:cNvPr id="12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D3E679F9-C370-4B41-BB2B-3C50E6B4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708" y="3720332"/>
            <a:ext cx="1750603" cy="950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3" name="강조 확대 1">
            <a:extLst xmlns:a="http://schemas.openxmlformats.org/drawingml/2006/main">
              <a:ext uri="{FF2B5EF4-FFF2-40B4-BE49-F238E27FC236}">
                <a16:creationId xmlns:a16="http://schemas.microsoft.com/office/drawing/2014/main" id="{E2A010B7-416D-4A93-B2C7-E1E8744D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0112" y="3720332"/>
            <a:ext cx="1541430" cy="950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4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5F8F536C-19E3-4F18-8E53-FE22A0E4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5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D3DD0F90-40A0-4ED3-9A80-60E21071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홈의 「그리러 가기」를 눌러 마음에 남은 장면을 그려요.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잘못 그렸을 때는 되돌리기나 지우개를 써요.</a:t>
            </a:r>
          </a:p>
        </p:txBody>
      </p:sp>
      <p:sp>
        <p:nvSpPr>
          <p:cNvPr id="16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90B4C8BE-1ED2-4596-9FBC-7B1319D4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301566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04E97878-C1CF-4C3D-98D1-DE67281C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9F57F6FD-7252-456B-9951-594A03C0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제목을 붙여 그림을 올려요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82253306a4884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6F380C4C-1F8F-4597-B5E8-20F6A7B8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1797"/>
            <a:ext cx="9182100" cy="575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1ae47fef64a71"/>
          <a:stretch xmlns:a="http://schemas.openxmlformats.org/drawingml/2006/main"/>
        </p:blipFill>
        <p:spPr>
          <a:xfrm xmlns:a="http://schemas.openxmlformats.org/drawingml/2006/main">
            <a:off x="438150" y="1160847"/>
            <a:ext cx="9144000" cy="5717406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3747E66F-7CC2-4ABA-8220-3B8C3E70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036" y="5377715"/>
            <a:ext cx="2906228" cy="352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CB45931C-F692-49CA-8144-3137A2F3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242" y="6483918"/>
            <a:ext cx="1456022" cy="339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8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BF767A2F-8AF3-497B-8899-EB1A2E61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9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4CED3C6C-794A-4617-81B7-36DC17F1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0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CBB36E3C-454B-4DB2-BA79-C051CF22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23848"/>
            <a:ext cx="4819650" cy="2543829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9feaff2754da2"/>
          <a:stretch xmlns:a="http://schemas.openxmlformats.org/drawingml/2006/main"/>
        </p:blipFill>
        <p:spPr>
          <a:xfrm xmlns:a="http://schemas.openxmlformats.org/drawingml/2006/main">
            <a:off x="9906000" y="3001815"/>
            <a:ext cx="4667250" cy="2387895"/>
          </a:xfrm>
          <a:prstGeom xmlns:a="http://schemas.openxmlformats.org/drawingml/2006/main" prst="rect">
            <a:avLst/>
          </a:prstGeom>
        </p:spPr>
      </p:pic>
      <p:sp>
        <p:nvSpPr>
          <p:cNvPr id="12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1A347727-90F8-4C72-853F-297B5403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047" y="3288050"/>
            <a:ext cx="4073156" cy="473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3" name="강조 확대 1">
            <a:extLst xmlns:a="http://schemas.openxmlformats.org/drawingml/2006/main">
              <a:ext uri="{FF2B5EF4-FFF2-40B4-BE49-F238E27FC236}">
                <a16:creationId xmlns:a16="http://schemas.microsoft.com/office/drawing/2014/main" id="{59490157-3F47-4505-B6C2-ED170B80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230" y="4847333"/>
            <a:ext cx="2028973" cy="455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4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AB4FF141-08C1-44E3-AAF7-9D4AFFCB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5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F784E2B5-E357-47A6-974D-A7B6EE38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「전시장에 올리기」를 누르고 그림 제목을 적어요.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내 그림인지 확인한 뒤 다시 「전시장에 올리기」를 눌러요.</a:t>
            </a:r>
          </a:p>
        </p:txBody>
      </p:sp>
      <p:sp>
        <p:nvSpPr>
          <p:cNvPr id="16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786B98F-2327-4F2A-9F7C-E88971FE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018783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FC41269F-EFAE-4329-8688-E3558FA1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11CF7DE2-30D9-4C5B-B0BF-56A17077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사진으로 작품을 올려요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ec393f6e34edc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E7C6678C-A935-463E-8A88-2F004178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f5cc044c443b8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F4967581-2F75-4C86-858D-D093B5FD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609" y="2879626"/>
            <a:ext cx="503734" cy="189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F3753C7F-180C-409C-A5C7-9EB4AD8E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4003576"/>
            <a:ext cx="2508250" cy="31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8" name="강조 전체 2">
            <a:extLst xmlns:a="http://schemas.openxmlformats.org/drawingml/2006/main">
              <a:ext uri="{FF2B5EF4-FFF2-40B4-BE49-F238E27FC236}">
                <a16:creationId xmlns:a16="http://schemas.microsoft.com/office/drawing/2014/main" id="{0809282C-3075-424D-A406-BADE036C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875" y="5693866"/>
            <a:ext cx="1247775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9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C29A9D0D-90E3-44F2-AA26-96B54BB5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10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6F2062C8-4532-41AD-BA16-A8A488C2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1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A1EF0231-F818-4A2E-815F-A8B25033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605" y="1952625"/>
            <a:ext cx="3702041" cy="4486275"/>
          </a:xfrm>
          <a:prstGeom xmlns:a="http://schemas.openxmlformats.org/drawingml/2006/main" prst="roundRect">
            <a:avLst>
              <a:gd name="adj" fmla="val 20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5fabc0aa942e2"/>
          <a:stretch xmlns:a="http://schemas.openxmlformats.org/drawingml/2006/main"/>
        </p:blipFill>
        <p:spPr>
          <a:xfrm xmlns:a="http://schemas.openxmlformats.org/drawingml/2006/main">
            <a:off x="10464805" y="2029552"/>
            <a:ext cx="3549641" cy="4332422"/>
          </a:xfrm>
          <a:prstGeom xmlns:a="http://schemas.openxmlformats.org/drawingml/2006/main" prst="rect">
            <a:avLst/>
          </a:prstGeom>
        </p:spPr>
      </p:pic>
      <p:sp>
        <p:nvSpPr>
          <p:cNvPr id="13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65F0F55D-667E-4041-88F1-6D5E5674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457" y="2271511"/>
            <a:ext cx="602215" cy="21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4" name="강조 확대 1">
            <a:extLst xmlns:a="http://schemas.openxmlformats.org/drawingml/2006/main">
              <a:ext uri="{FF2B5EF4-FFF2-40B4-BE49-F238E27FC236}">
                <a16:creationId xmlns:a16="http://schemas.microsoft.com/office/drawing/2014/main" id="{CC971A65-C525-4F03-8C64-3B621B13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241" y="3643315"/>
            <a:ext cx="3048769" cy="367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5" name="강조 확대 2">
            <a:extLst xmlns:a="http://schemas.openxmlformats.org/drawingml/2006/main">
              <a:ext uri="{FF2B5EF4-FFF2-40B4-BE49-F238E27FC236}">
                <a16:creationId xmlns:a16="http://schemas.microsoft.com/office/drawing/2014/main" id="{94D102E1-C872-4466-829D-2C053E4A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677" y="5706350"/>
            <a:ext cx="1510333" cy="413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6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FCD2A9C1-671E-40FC-B927-2230B28F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7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4E3FF990-6917-4837-819B-2743FDBE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전시장에서 「내 작품 올리기」를 눌러 내 작품 사진을 골라요.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제목을 쓰고 「전시장에 올리기」를 눌러요.</a:t>
            </a:r>
          </a:p>
        </p:txBody>
      </p:sp>
      <p:sp>
        <p:nvSpPr>
          <p:cNvPr id="18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7F701A42-41E3-4A55-97B7-7404A3CC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9911482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5BA30935-5DA7-4AD8-9C7F-D98971C9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838D1B9D-EF66-4AA7-9EFB-77B4CADC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친구의 생각을 읽어요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feed3b636478a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4A73A88A-4090-480F-B899-16A0A04C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5aaa86de94323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05CEBD88-488C-4EFC-BF83-A97A4283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" y="4440238"/>
            <a:ext cx="741164" cy="192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894F019E-4260-4A4C-899E-287A3C7B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1997ACFA-CC74-421B-B006-AE287F90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1932ACCF-42D9-44E8-97EC-1D681F35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604" y="3250406"/>
            <a:ext cx="3576042" cy="1890713"/>
          </a:xfrm>
          <a:prstGeom xmlns:a="http://schemas.openxmlformats.org/drawingml/2006/main" prst="roundRect">
            <a:avLst>
              <a:gd name="adj" fmla="val 4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29848e2d3416c"/>
          <a:stretch xmlns:a="http://schemas.openxmlformats.org/drawingml/2006/main"/>
        </p:blipFill>
        <p:spPr>
          <a:xfrm xmlns:a="http://schemas.openxmlformats.org/drawingml/2006/main">
            <a:off x="10527804" y="3330342"/>
            <a:ext cx="3423642" cy="1730841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9196ADDE-7971-4738-AA7D-200DBB4B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029" y="3964781"/>
            <a:ext cx="2109192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8121A6B3-7F44-45C2-8D4B-498306B8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926A346B-15D2-42A3-9E38-4FFCAA0E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「우리 반 전시장」에서 친구의 작품을 살펴봐요.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어떤 점이 좋았는지 짝에게 구체적으로 말해 봐요.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B0E7275F-F132-45CA-AEAD-A942FB7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982387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AFF2A1E6-FBD7-4EB6-81A1-1975DF62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217BC04C-4968-4A5D-9428-0DB72723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읽고 난 마음을 골라요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a36c108b54d12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55A4FF86-EC42-4FF3-BBFE-1841AAC6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538" y="1047750"/>
            <a:ext cx="9482923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c2cc1c40f462e"/>
          <a:stretch xmlns:a="http://schemas.openxmlformats.org/drawingml/2006/main"/>
        </p:blipFill>
        <p:spPr>
          <a:xfrm xmlns:a="http://schemas.openxmlformats.org/drawingml/2006/main">
            <a:off x="2897588" y="1066800"/>
            <a:ext cx="9444823" cy="59055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1089DCA5-8778-41BC-889A-52DB9754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305" y="2662072"/>
            <a:ext cx="5584857" cy="41001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화살표 전체 0">
            <a:extLst xmlns:a="http://schemas.openxmlformats.org/drawingml/2006/main">
              <a:ext uri="{FF2B5EF4-FFF2-40B4-BE49-F238E27FC236}">
                <a16:creationId xmlns:a16="http://schemas.microsoft.com/office/drawing/2014/main" id="{08740207-E3AF-4B46-935B-94F2BBE5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030" y="4626445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8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F35C0E03-25C3-43A1-B515-E6360AA3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9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2890C961-E5C1-42F6-A047-65C5ECAE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홈의 「일기 쓰기」를 눌러요.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책을 읽고 든 마음과 가까운 표정을 골라요.</a:t>
            </a:r>
          </a:p>
        </p:txBody>
      </p:sp>
      <p:sp>
        <p:nvSpPr>
          <p:cNvPr id="1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A73FB968-6FD7-4CA9-9B31-E6DB6590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293977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4BD019A8-E500-4B23-826B-96FFF3D3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B30C348D-83FE-48FD-B3E3-9AE44054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마음을 한두 줄로 남겨요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734a77b6e4651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585A3ED2-F8ED-45F2-8736-98E488B8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1797"/>
            <a:ext cx="9182100" cy="575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2d897726d4969"/>
          <a:stretch xmlns:a="http://schemas.openxmlformats.org/drawingml/2006/main"/>
        </p:blipFill>
        <p:spPr>
          <a:xfrm xmlns:a="http://schemas.openxmlformats.org/drawingml/2006/main">
            <a:off x="438150" y="1160847"/>
            <a:ext cx="9144000" cy="5717406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12F68E1D-8E22-4FBC-9F95-6CE2218C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796" y="3840179"/>
            <a:ext cx="5440881" cy="1038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56DBFB27-12DF-44FE-B778-E835026E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94813F91-7763-4787-BEC5-14FF5379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7CA63E13-76CD-4C96-B8EE-92CEA3D3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48324"/>
            <a:ext cx="4819650" cy="1294877"/>
          </a:xfrm>
          <a:prstGeom xmlns:a="http://schemas.openxmlformats.org/drawingml/2006/main" prst="roundRect">
            <a:avLst>
              <a:gd name="adj" fmla="val 58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f5e6b6418427e"/>
          <a:stretch xmlns:a="http://schemas.openxmlformats.org/drawingml/2006/main"/>
        </p:blipFill>
        <p:spPr>
          <a:xfrm xmlns:a="http://schemas.openxmlformats.org/drawingml/2006/main">
            <a:off x="9906000" y="3624524"/>
            <a:ext cx="4667250" cy="1142477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ED30793F-61A1-4BAA-8C4D-EBAAE60E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861" y="3775261"/>
            <a:ext cx="4355528" cy="841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E85CDD90-A90C-4326-9B40-F0C88FB3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6274336D-2F6C-4145-BD63-0CFD1D73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오늘 읽은 책과 느낀 마음을 한두 줄 써요.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「마음 일기 남기기」를 눌러요.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CDE43DC3-E716-4FDB-BDB7-4C973A37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87229877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103501B7-1807-470E-92F1-A72A9B7B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005F09EA-CC73-4996-B9EC-4BDFE5E1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아는 만큼 해 봐요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2b620c3774fd6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88A4EE77-0E6C-4F5E-BB2E-C1CB8ACC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047750"/>
            <a:ext cx="94869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e4a8c9e954466"/>
          <a:stretch xmlns:a="http://schemas.openxmlformats.org/drawingml/2006/main"/>
        </p:blipFill>
        <p:spPr>
          <a:xfrm xmlns:a="http://schemas.openxmlformats.org/drawingml/2006/main">
            <a:off x="2895600" y="1066800"/>
            <a:ext cx="9448800" cy="59055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E9A348D6-F168-4F34-80FE-F9BDB47E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388" y="2212251"/>
            <a:ext cx="5490210" cy="34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화살표 전체 0">
            <a:extLst xmlns:a="http://schemas.openxmlformats.org/drawingml/2006/main">
              <a:ext uri="{FF2B5EF4-FFF2-40B4-BE49-F238E27FC236}">
                <a16:creationId xmlns:a16="http://schemas.microsoft.com/office/drawing/2014/main" id="{83CEFC8C-E6A1-492D-A3DE-9B701734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113" y="2299457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8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BDA93024-A30B-45A6-B9DD-B7244F18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9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AA11F3F2-E173-4F03-B316-E79D1290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선생님이 안내한 날, 홈의 어휘력 진단을 열어요.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안내를 읽고 「시작할게요」를 눌러요.</a:t>
            </a:r>
          </a:p>
        </p:txBody>
      </p:sp>
      <p:sp>
        <p:nvSpPr>
          <p:cNvPr id="1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B23491B2-8CDB-418F-AA8E-3A4C010D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5383142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B307431D-6539-4BED-A299-D2DCCCCB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21CF97CE-3128-4A1D-8B37-0AF0BBBF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문장을 읽고 하나를 골라요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4c3cb05e04b88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4166E19D-9420-403B-BECD-D96C559C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6989b9bff4e6f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D72754FC-01F4-4CC5-988C-60056567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2398216"/>
            <a:ext cx="5314950" cy="363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BF3143BF-A2BD-45FD-B66F-675B0731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2761754"/>
            <a:ext cx="5314950" cy="363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8" name="강조 전체 2">
            <a:extLst xmlns:a="http://schemas.openxmlformats.org/drawingml/2006/main">
              <a:ext uri="{FF2B5EF4-FFF2-40B4-BE49-F238E27FC236}">
                <a16:creationId xmlns:a16="http://schemas.microsoft.com/office/drawing/2014/main" id="{A1D99DA0-4504-4FFF-A2F1-49F57405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3125291"/>
            <a:ext cx="5314950" cy="363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9" name="강조 전체 3">
            <a:extLst xmlns:a="http://schemas.openxmlformats.org/drawingml/2006/main">
              <a:ext uri="{FF2B5EF4-FFF2-40B4-BE49-F238E27FC236}">
                <a16:creationId xmlns:a16="http://schemas.microsoft.com/office/drawing/2014/main" id="{9D0B6414-715D-40AF-9905-CEBA264D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3488829"/>
            <a:ext cx="5314950" cy="363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0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343D8182-8CC1-4923-840A-5349CF02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11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E16871C0-7507-45AC-A19E-57C93B44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2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E436ECDC-A0B2-4652-831E-7689ED01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67617"/>
            <a:ext cx="4819650" cy="1656292"/>
          </a:xfrm>
          <a:prstGeom xmlns:a="http://schemas.openxmlformats.org/drawingml/2006/main" prst="roundRect">
            <a:avLst>
              <a:gd name="adj" fmla="val 46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a8b4e94b043a7"/>
          <a:stretch xmlns:a="http://schemas.openxmlformats.org/drawingml/2006/main"/>
        </p:blipFill>
        <p:spPr>
          <a:xfrm xmlns:a="http://schemas.openxmlformats.org/drawingml/2006/main">
            <a:off x="9906000" y="3443817"/>
            <a:ext cx="4667250" cy="1503892"/>
          </a:xfrm>
          <a:prstGeom xmlns:a="http://schemas.openxmlformats.org/drawingml/2006/main" prst="rect">
            <a:avLst/>
          </a:prstGeom>
        </p:spPr>
      </p:pic>
      <p:sp>
        <p:nvSpPr>
          <p:cNvPr id="14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A8DD867A-D469-4D75-A0FE-8DD4543B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115" y="3596746"/>
            <a:ext cx="4351020" cy="307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5" name="강조 확대 1">
            <a:extLst xmlns:a="http://schemas.openxmlformats.org/drawingml/2006/main">
              <a:ext uri="{FF2B5EF4-FFF2-40B4-BE49-F238E27FC236}">
                <a16:creationId xmlns:a16="http://schemas.microsoft.com/office/drawing/2014/main" id="{D677CBC2-A6B0-4083-900C-26A68E2A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115" y="3893635"/>
            <a:ext cx="4351020" cy="307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6" name="강조 확대 2">
            <a:extLst xmlns:a="http://schemas.openxmlformats.org/drawingml/2006/main">
              <a:ext uri="{FF2B5EF4-FFF2-40B4-BE49-F238E27FC236}">
                <a16:creationId xmlns:a16="http://schemas.microsoft.com/office/drawing/2014/main" id="{CAC02229-4B2B-4EE9-A3BB-C949178A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115" y="4190524"/>
            <a:ext cx="4351020" cy="307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7" name="강조 확대 3">
            <a:extLst xmlns:a="http://schemas.openxmlformats.org/drawingml/2006/main">
              <a:ext uri="{FF2B5EF4-FFF2-40B4-BE49-F238E27FC236}">
                <a16:creationId xmlns:a16="http://schemas.microsoft.com/office/drawing/2014/main" id="{CB332995-C16B-44EF-BBA0-EC6CA167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115" y="4487413"/>
            <a:ext cx="4351020" cy="307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8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52101B89-36F5-46F3-B01C-E8C3E504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9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B365EDA3-664C-4B44-B4DB-30D4F239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문장과 보기를 읽고 알맞다고 생각하는 것을 골라요.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한 번 고르면 다음 문항으로 넘어가요.</a:t>
            </a:r>
          </a:p>
        </p:txBody>
      </p:sp>
      <p:sp>
        <p:nvSpPr>
          <p:cNvPr id="2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E953BEE-8D95-4FC5-AEE0-206DC3C5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8602874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1E7DC97D-BD60-4292-BA8B-677C6B9A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E66D7BED-C10F-4464-936B-A08422B4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 책장을 살펴봐요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271fd00814c2b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1B7FFE6F-C428-4BF2-871D-1A315D5D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b2c14f5d04d98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ECA34364-6D64-4A15-AC4F-B9EA33E8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" y="2768997"/>
            <a:ext cx="399157" cy="192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E1734590-C3C7-425B-A213-0D8AFE84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88D56183-AA21-4E34-AC61-8A9D728C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1610267C-B899-4B0D-B7D0-5C289CC5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4614" y="3250406"/>
            <a:ext cx="2550021" cy="1890713"/>
          </a:xfrm>
          <a:prstGeom xmlns:a="http://schemas.openxmlformats.org/drawingml/2006/main" prst="roundRect">
            <a:avLst>
              <a:gd name="adj" fmla="val 4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0d1e593ec42ef"/>
          <a:stretch xmlns:a="http://schemas.openxmlformats.org/drawingml/2006/main"/>
        </p:blipFill>
        <p:spPr>
          <a:xfrm xmlns:a="http://schemas.openxmlformats.org/drawingml/2006/main">
            <a:off x="11040814" y="3329955"/>
            <a:ext cx="2397621" cy="1731615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23D83923-502E-47F4-BD64-7E1E4FB9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039" y="3964781"/>
            <a:ext cx="1083171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43C15C49-5FA8-493D-87CC-2A4D35F7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6CB5C6DB-7756-4736-9E9D-93D5B2A6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「내 책장」에서 끝까지 읽은 책을 찾아봐요.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아직 비어 있다면 앞으로 읽을 책으로 채워 가요.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D574E85B-6D95-4F5D-B036-4B6BF048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0327260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C7479D91-AD6C-4797-8049-1DCFD862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945443A7-2F44-40B2-AD34-FED40C40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내가 읽고 활동한 기록을 봐요.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4219876964959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FCF541EC-16D5-411C-B94B-6E8E3FCD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047750"/>
            <a:ext cx="94869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a3727fc02462f"/>
          <a:stretch xmlns:a="http://schemas.openxmlformats.org/drawingml/2006/main"/>
        </p:blipFill>
        <p:spPr>
          <a:xfrm xmlns:a="http://schemas.openxmlformats.org/drawingml/2006/main">
            <a:off x="2895600" y="1066800"/>
            <a:ext cx="9448800" cy="59055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BAF143C1-7BDA-4224-92A5-95A665D7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972" y="3069471"/>
            <a:ext cx="410557" cy="196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화살표 전체 0">
            <a:extLst xmlns:a="http://schemas.openxmlformats.org/drawingml/2006/main">
              <a:ext uri="{FF2B5EF4-FFF2-40B4-BE49-F238E27FC236}">
                <a16:creationId xmlns:a16="http://schemas.microsoft.com/office/drawing/2014/main" id="{026E5327-4B99-475E-888C-F5979F42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97" y="3082039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8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52E5C791-67F4-4FE9-A3A5-F947313A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798" y="3417342"/>
            <a:ext cx="6041390" cy="301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9" name="화살표 전체 1">
            <a:extLst xmlns:a="http://schemas.openxmlformats.org/drawingml/2006/main">
              <a:ext uri="{FF2B5EF4-FFF2-40B4-BE49-F238E27FC236}">
                <a16:creationId xmlns:a16="http://schemas.microsoft.com/office/drawing/2014/main" id="{209D030B-619A-4358-AD3A-FA61CCB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523" y="3482198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0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9958A002-2BC5-4ADA-A891-E5F848E2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1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3A9A9E36-0591-4CDD-AD32-559A74A8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「내 성장」에서 읽기와 활동 기록을 살펴봐요.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다음에는 무엇을 해 보고 싶은지 생각해 봐요.</a:t>
            </a:r>
          </a:p>
        </p:txBody>
      </p:sp>
      <p:sp>
        <p:nvSpPr>
          <p:cNvPr id="12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9A370363-BF44-47AC-8397-515BE747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0211811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CE64ABA6-570A-4C21-AC7D-47027054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74D5D86E-51EA-4B74-ADBB-E770FF16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해의 독서를 돌아봐요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208a8178e4bff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FFDBC252-EB55-4DAF-9C4A-500582FB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047750"/>
            <a:ext cx="94869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6acf56a0242e0"/>
          <a:stretch xmlns:a="http://schemas.openxmlformats.org/drawingml/2006/main"/>
        </p:blipFill>
        <p:spPr>
          <a:xfrm xmlns:a="http://schemas.openxmlformats.org/drawingml/2006/main">
            <a:off x="2895600" y="1066800"/>
            <a:ext cx="9448800" cy="59055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35AFBD61-B752-4C36-AA61-AEA554BA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032" y="2691765"/>
            <a:ext cx="5726430" cy="3469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화살표 전체 0">
            <a:extLst xmlns:a="http://schemas.openxmlformats.org/drawingml/2006/main">
              <a:ext uri="{FF2B5EF4-FFF2-40B4-BE49-F238E27FC236}">
                <a16:creationId xmlns:a16="http://schemas.microsoft.com/office/drawing/2014/main" id="{667B5C5D-3478-409D-8F3F-4969BF12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757" y="4340648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8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8E5125E7-1826-43B8-917D-15166AB7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9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30501DF4-A03F-4E30-A199-6DC29DA8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홈의 독서 포트폴리오에서 「보러 가기」를 눌러요.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한 해 동안 읽은 책과 남긴 생각을 돌아봐요.</a:t>
            </a:r>
          </a:p>
        </p:txBody>
      </p:sp>
      <p:sp>
        <p:nvSpPr>
          <p:cNvPr id="1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EC3810FF-74F7-4C5B-85DA-185F05B3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7961824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37EC1122-672C-49FC-80C4-9E0AB47A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4567A983-D9F8-4D22-B53D-6C0A2D13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읽고 싶은 책을 찾아요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52da977ea4480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17D0FBBB-C733-4BC1-B25A-0EC28DFE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047750"/>
            <a:ext cx="94869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7aa5933d74726"/>
          <a:stretch xmlns:a="http://schemas.openxmlformats.org/drawingml/2006/main"/>
        </p:blipFill>
        <p:spPr>
          <a:xfrm xmlns:a="http://schemas.openxmlformats.org/drawingml/2006/main">
            <a:off x="2895600" y="1066800"/>
            <a:ext cx="9448800" cy="59055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DE39BD6D-A690-4AD2-A9B2-E7CA21E9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512" y="2234396"/>
            <a:ext cx="5634567" cy="162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화살표 전체 0">
            <a:extLst xmlns:a="http://schemas.openxmlformats.org/drawingml/2006/main">
              <a:ext uri="{FF2B5EF4-FFF2-40B4-BE49-F238E27FC236}">
                <a16:creationId xmlns:a16="http://schemas.microsoft.com/office/drawing/2014/main" id="{9DDC078B-09AD-473A-B0BA-044527BC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237" y="2229740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8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DB117C11-22F8-46AC-AFC1-74535987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662" y="5585768"/>
            <a:ext cx="1290743" cy="28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9" name="화살표 전체 1">
            <a:extLst xmlns:a="http://schemas.openxmlformats.org/drawingml/2006/main">
              <a:ext uri="{FF2B5EF4-FFF2-40B4-BE49-F238E27FC236}">
                <a16:creationId xmlns:a16="http://schemas.microsoft.com/office/drawing/2014/main" id="{58A6267D-CA79-4D9D-9F7A-7F50209B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387" y="5643447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0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8DBF41E5-BA42-4944-9C3C-B2738421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1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5B7AA74D-E38D-4DF3-86B8-3E0F6260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「읽고 싶은 책」에서 제목을 검색해요.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원하는 책의 「읽으러 가기」를 눌러요.</a:t>
            </a:r>
          </a:p>
        </p:txBody>
      </p:sp>
      <p:sp>
        <p:nvSpPr>
          <p:cNvPr id="12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6C754566-BC28-41B8-B453-F4BA69F7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7308253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37021855-4806-48DD-9879-9BE45E43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B5038F85-A2B4-44F3-8385-D5D6A8A2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나의 아바타를 꾸며요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e071b898c4e11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C02A0311-5493-41BE-A2A0-C747B680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82e7999634b3f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FC363940-8593-465A-B727-ED926D21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42531"/>
            <a:ext cx="384870" cy="29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13B8CC94-D793-4DCC-B152-256338A3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296" y="4547691"/>
            <a:ext cx="367308" cy="191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8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F11E1768-A354-47EF-82B1-C9128245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9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7E21A8AB-01EB-47D4-92EC-2B5345EB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0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A03F7F84-8142-45ED-ACB8-6184F650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60526"/>
            <a:ext cx="4819650" cy="2070472"/>
          </a:xfrm>
          <a:prstGeom xmlns:a="http://schemas.openxmlformats.org/drawingml/2006/main" prst="roundRect">
            <a:avLst>
              <a:gd name="adj" fmla="val 3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d395c9ce4409f"/>
          <a:stretch xmlns:a="http://schemas.openxmlformats.org/drawingml/2006/main"/>
        </p:blipFill>
        <p:spPr>
          <a:xfrm xmlns:a="http://schemas.openxmlformats.org/drawingml/2006/main">
            <a:off x="9908023" y="3236726"/>
            <a:ext cx="4663204" cy="1918072"/>
          </a:xfrm>
          <a:prstGeom xmlns:a="http://schemas.openxmlformats.org/drawingml/2006/main" prst="rect">
            <a:avLst/>
          </a:prstGeom>
        </p:spPr>
      </p:pic>
      <p:sp>
        <p:nvSpPr>
          <p:cNvPr id="12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73E34083-24FC-446F-9236-EC5BE46B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194" y="3516121"/>
            <a:ext cx="511267" cy="391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3" name="강조 확대 1">
            <a:extLst xmlns:a="http://schemas.openxmlformats.org/drawingml/2006/main">
              <a:ext uri="{FF2B5EF4-FFF2-40B4-BE49-F238E27FC236}">
                <a16:creationId xmlns:a16="http://schemas.microsoft.com/office/drawing/2014/main" id="{2E3E779E-3863-4D3A-AFA8-F3F75CB2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8124" y="4631823"/>
            <a:ext cx="486932" cy="243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4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E9FB911F-96C7-4F2A-A3FE-4EF1B8CF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5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8319EB23-BDA4-4958-BAF0-4AD108E5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내 이름 메뉴에서 「아바타 꾸미기」를 열어요.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가진 아이템을 골라 착용해 봐요.</a:t>
            </a:r>
          </a:p>
        </p:txBody>
      </p:sp>
      <p:sp>
        <p:nvSpPr>
          <p:cNvPr id="16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8608FB79-DAD4-4272-B4C9-9F7C5EFD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98478348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476D4DE0-F5E2-4722-9E4B-9AA82DEC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0FDCB725-9D31-4A8E-8F4C-D9AC3DF7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로그아웃하고 마쳐요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48fa6566e47cd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8B7841C2-F0AD-4D6B-8881-CE086601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1797"/>
            <a:ext cx="9182100" cy="575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d32002702499b"/>
          <a:stretch xmlns:a="http://schemas.openxmlformats.org/drawingml/2006/main"/>
        </p:blipFill>
        <p:spPr>
          <a:xfrm xmlns:a="http://schemas.openxmlformats.org/drawingml/2006/main">
            <a:off x="438150" y="1160847"/>
            <a:ext cx="9144000" cy="5717406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8E87D8B6-F444-41CE-AABF-5E6E5B76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62" y="6361998"/>
            <a:ext cx="1423937" cy="499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DDB89EDD-8386-47B4-A2F9-0421496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79" y="5951320"/>
            <a:ext cx="1430354" cy="352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8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C8D5BB9D-8069-4BAD-A785-5FC33AC1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9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B7A06C4A-1883-4E1A-81F9-A5D8A80D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0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16E9C842-5481-484F-8753-F8D32A0E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29109"/>
            <a:ext cx="4819650" cy="3133308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91cd5a36a4b8f"/>
          <a:stretch xmlns:a="http://schemas.openxmlformats.org/drawingml/2006/main"/>
        </p:blipFill>
        <p:spPr>
          <a:xfrm xmlns:a="http://schemas.openxmlformats.org/drawingml/2006/main">
            <a:off x="9906000" y="2705309"/>
            <a:ext cx="4667250" cy="2980908"/>
          </a:xfrm>
          <a:prstGeom xmlns:a="http://schemas.openxmlformats.org/drawingml/2006/main" prst="rect">
            <a:avLst/>
          </a:prstGeom>
        </p:spPr>
      </p:pic>
      <p:sp>
        <p:nvSpPr>
          <p:cNvPr id="12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E9925F04-155D-4862-9E4B-53875839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201" y="4363076"/>
            <a:ext cx="3685341" cy="1232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3" name="강조 확대 1">
            <a:extLst xmlns:a="http://schemas.openxmlformats.org/drawingml/2006/main">
              <a:ext uri="{FF2B5EF4-FFF2-40B4-BE49-F238E27FC236}">
                <a16:creationId xmlns:a16="http://schemas.microsoft.com/office/drawing/2014/main" id="{BF9DBD0F-616E-4C09-AE94-AFE14F94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235" y="3272915"/>
            <a:ext cx="3702374" cy="840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4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B34FA43E-7AF7-4C79-AACB-DAFD3D55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5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91442334-79B9-4D1C-9532-9DD2A933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왼쪽 아래 내 이름을 누르고 「로그아웃」을 선택해요.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함께 쓰는 기기에는 내 계정을 남겨 두지 않아요.</a:t>
            </a:r>
          </a:p>
        </p:txBody>
      </p:sp>
      <p:sp>
        <p:nvSpPr>
          <p:cNvPr id="16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D33C232D-CF64-47BA-A129-4FA034DE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067220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2026-09-20T10:50:24.6900000Z</dcterms:created>
  <dcterms:modified xsi:type="dcterms:W3CDTF">2026-09-20T10:50:24.6900000Z</dcterms:modified>
</coreProperties>
</file>